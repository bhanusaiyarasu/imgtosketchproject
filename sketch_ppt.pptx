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4" r:id="rId1"/>
  </p:sldMasterIdLst>
  <p:notesMasterIdLst>
    <p:notesMasterId r:id="rId55"/>
  </p:notesMasterIdLst>
  <p:sldIdLst>
    <p:sldId id="315" r:id="rId2"/>
    <p:sldId id="316" r:id="rId3"/>
    <p:sldId id="343" r:id="rId4"/>
    <p:sldId id="355" r:id="rId5"/>
    <p:sldId id="356" r:id="rId6"/>
    <p:sldId id="257" r:id="rId7"/>
    <p:sldId id="342" r:id="rId8"/>
    <p:sldId id="344" r:id="rId9"/>
    <p:sldId id="351" r:id="rId10"/>
    <p:sldId id="352" r:id="rId11"/>
    <p:sldId id="364" r:id="rId12"/>
    <p:sldId id="365" r:id="rId13"/>
    <p:sldId id="366" r:id="rId14"/>
    <p:sldId id="367" r:id="rId15"/>
    <p:sldId id="368" r:id="rId16"/>
    <p:sldId id="369" r:id="rId17"/>
    <p:sldId id="370" r:id="rId18"/>
    <p:sldId id="371" r:id="rId19"/>
    <p:sldId id="372" r:id="rId20"/>
    <p:sldId id="373" r:id="rId21"/>
    <p:sldId id="374" r:id="rId22"/>
    <p:sldId id="375" r:id="rId23"/>
    <p:sldId id="376" r:id="rId24"/>
    <p:sldId id="377" r:id="rId25"/>
    <p:sldId id="378" r:id="rId26"/>
    <p:sldId id="379" r:id="rId27"/>
    <p:sldId id="380" r:id="rId28"/>
    <p:sldId id="381" r:id="rId29"/>
    <p:sldId id="382" r:id="rId30"/>
    <p:sldId id="384" r:id="rId31"/>
    <p:sldId id="358" r:id="rId32"/>
    <p:sldId id="359" r:id="rId33"/>
    <p:sldId id="357" r:id="rId34"/>
    <p:sldId id="360" r:id="rId35"/>
    <p:sldId id="361" r:id="rId36"/>
    <p:sldId id="362" r:id="rId37"/>
    <p:sldId id="363" r:id="rId38"/>
    <p:sldId id="383" r:id="rId39"/>
    <p:sldId id="385" r:id="rId40"/>
    <p:sldId id="386" r:id="rId41"/>
    <p:sldId id="387" r:id="rId42"/>
    <p:sldId id="388" r:id="rId43"/>
    <p:sldId id="389" r:id="rId44"/>
    <p:sldId id="390" r:id="rId45"/>
    <p:sldId id="391" r:id="rId46"/>
    <p:sldId id="392" r:id="rId47"/>
    <p:sldId id="393" r:id="rId48"/>
    <p:sldId id="394" r:id="rId49"/>
    <p:sldId id="395" r:id="rId50"/>
    <p:sldId id="396" r:id="rId51"/>
    <p:sldId id="397" r:id="rId52"/>
    <p:sldId id="398" r:id="rId53"/>
    <p:sldId id="354" r:id="rId54"/>
  </p:sldIdLst>
  <p:sldSz cx="9144000" cy="5143500" type="screen16x9"/>
  <p:notesSz cx="6858000" cy="9144000"/>
  <p:embeddedFontLst>
    <p:embeddedFont>
      <p:font typeface="Algerian" panose="04020705040A02060702" pitchFamily="82" charset="0"/>
      <p:regular r:id="rId56"/>
    </p:embeddedFont>
    <p:embeddedFont>
      <p:font typeface="Amasis MT Pro" panose="02040504050005020304" pitchFamily="18" charset="0"/>
      <p:regular r:id="rId57"/>
      <p:bold r:id="rId58"/>
      <p:italic r:id="rId59"/>
      <p:boldItalic r:id="rId60"/>
    </p:embeddedFont>
    <p:embeddedFont>
      <p:font typeface="Arial Black" panose="020B0A04020102020204" pitchFamily="34" charset="0"/>
      <p:bold r:id="rId61"/>
    </p:embeddedFont>
    <p:embeddedFont>
      <p:font typeface="Nunito Light" pitchFamily="2" charset="0"/>
      <p:regular r:id="rId62"/>
      <p:italic r:id="rId6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2F"/>
    <a:srgbClr val="34AA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F9E6E6-DFFD-449E-AD2C-46CCD5521F38}">
  <a:tblStyle styleId="{8FF9E6E6-DFFD-449E-AD2C-46CCD5521F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3329-01A6-46B1-8C14-873E53F5E8E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5033" autoAdjust="0"/>
  </p:normalViewPr>
  <p:slideViewPr>
    <p:cSldViewPr snapToGrid="0">
      <p:cViewPr varScale="1">
        <p:scale>
          <a:sx n="104" d="100"/>
          <a:sy n="104" d="100"/>
        </p:scale>
        <p:origin x="1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63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5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34" name="Google Shape;93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34" name="Google Shape;93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a23fea2ce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74" name="Google Shape;974;g2a23fea2ce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1096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75668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141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80464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3128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8628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4129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67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57234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51760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28597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96576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1135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1532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2"/>
          <p:cNvSpPr txBox="1">
            <a:spLocks noGrp="1"/>
          </p:cNvSpPr>
          <p:nvPr>
            <p:ph type="title"/>
          </p:nvPr>
        </p:nvSpPr>
        <p:spPr>
          <a:xfrm>
            <a:off x="2201600" y="1821450"/>
            <a:ext cx="4740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22"/>
          <p:cNvSpPr txBox="1">
            <a:spLocks noGrp="1"/>
          </p:cNvSpPr>
          <p:nvPr>
            <p:ph type="subTitle" idx="1"/>
          </p:nvPr>
        </p:nvSpPr>
        <p:spPr>
          <a:xfrm>
            <a:off x="2201600" y="2317950"/>
            <a:ext cx="4740900" cy="10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8839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905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9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EFD3737-6B7B-838B-F500-6B5290FA3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2296" y="91440"/>
            <a:ext cx="1186390" cy="11292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C85294-3E90-717F-BD63-E4FC76A1A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91440"/>
            <a:ext cx="1167403" cy="11292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F92BAE-7CC3-B0D1-F21F-48119F1FF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779" y="344152"/>
            <a:ext cx="5864441" cy="196541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0000"/>
                </a:solidFill>
              </a:rPr>
              <a:t>KALLAM HARANADHA RED</a:t>
            </a:r>
            <a:r>
              <a:rPr lang="en-IN" sz="1600" dirty="0">
                <a:solidFill>
                  <a:srgbClr val="FF0000"/>
                </a:solidFill>
              </a:rPr>
              <a:t>DY</a:t>
            </a:r>
            <a:r>
              <a:rPr lang="en-US" sz="1600" dirty="0">
                <a:solidFill>
                  <a:srgbClr val="FF0000"/>
                </a:solidFill>
              </a:rPr>
              <a:t> INSTITUTE OF TECHNOLOGY</a:t>
            </a:r>
            <a:br>
              <a:rPr lang="en-IN" sz="1600" dirty="0">
                <a:solidFill>
                  <a:srgbClr val="FF0000"/>
                </a:solidFill>
              </a:rPr>
            </a:br>
            <a:r>
              <a:rPr lang="en-IN" sz="1600" dirty="0">
                <a:solidFill>
                  <a:srgbClr val="FF2F2F"/>
                </a:solidFill>
              </a:rPr>
              <a:t>(Autonomous)</a:t>
            </a:r>
            <a:br>
              <a:rPr lang="en-IN" sz="1600" dirty="0">
                <a:solidFill>
                  <a:srgbClr val="FF2F2F"/>
                </a:solidFill>
              </a:rPr>
            </a:br>
            <a:r>
              <a:rPr lang="en-US" sz="1400" b="0" strike="noStrike" spc="-1" dirty="0">
                <a:latin typeface="Calibri"/>
              </a:rPr>
              <a:t>Approved by AICTE,New Delhi, Permanently Affiliated to JNTUK,Kakinada</a:t>
            </a:r>
            <a:br>
              <a:rPr lang="en-US" sz="1400" b="0" strike="noStrike" spc="-1" dirty="0">
                <a:latin typeface="Arial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Amasis MT Pro"/>
              </a:rPr>
              <a:t>   </a:t>
            </a:r>
            <a:r>
              <a:rPr lang="en-IN" sz="1800" b="0" strike="noStrike" spc="-1" dirty="0">
                <a:solidFill>
                  <a:schemeClr val="accent5">
                    <a:lumMod val="75000"/>
                  </a:schemeClr>
                </a:solidFill>
                <a:latin typeface="Amasis MT Pro"/>
              </a:rPr>
              <a:t>Department of DCME</a:t>
            </a:r>
            <a:br>
              <a:rPr lang="en-US" sz="1800" dirty="0"/>
            </a:br>
            <a:br>
              <a:rPr lang="en-US" sz="1800" b="0" strike="noStrike" spc="-1" dirty="0">
                <a:latin typeface="Arial"/>
              </a:rPr>
            </a:br>
            <a:br>
              <a:rPr lang="en-IN" sz="1600" dirty="0">
                <a:solidFill>
                  <a:srgbClr val="C00000"/>
                </a:solidFill>
              </a:rPr>
            </a:br>
            <a:endParaRPr lang="en-US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431B8-17D8-A972-8149-C0D31DB85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701" y="1648442"/>
            <a:ext cx="8060874" cy="3266458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solidFill>
                  <a:srgbClr val="00B0F0"/>
                </a:solidFill>
              </a:rPr>
              <a:t>                   </a:t>
            </a:r>
            <a:r>
              <a:rPr lang="en-I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to Sketch Application using AI</a:t>
            </a:r>
            <a:endParaRPr lang="en-US" sz="1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 i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i="1" dirty="0">
                <a:solidFill>
                  <a:schemeClr val="tx1"/>
                </a:solidFill>
              </a:rPr>
              <a:t>		            	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PRESENTED BY:</a:t>
            </a:r>
            <a:r>
              <a:rPr lang="en-IN" sz="1800" b="1" dirty="0">
                <a:solidFill>
                  <a:schemeClr val="tx2"/>
                </a:solidFill>
              </a:rPr>
              <a:t>BATCH NO </a:t>
            </a:r>
            <a:r>
              <a:rPr lang="en-IN" sz="1800" b="1" dirty="0">
                <a:solidFill>
                  <a:schemeClr val="tx2"/>
                </a:solidFill>
                <a:latin typeface="Aptos Display" panose="020B0004020202020204" pitchFamily="34" charset="0"/>
              </a:rPr>
              <a:t>6</a:t>
            </a:r>
            <a:r>
              <a:rPr lang="en-IN" sz="1800" b="1" dirty="0">
                <a:solidFill>
                  <a:schemeClr val="tx2"/>
                </a:solidFill>
              </a:rPr>
              <a:t>                                         </a:t>
            </a:r>
            <a:r>
              <a:rPr lang="en-US" sz="2400" b="1" dirty="0">
                <a:solidFill>
                  <a:schemeClr val="tx2"/>
                </a:solidFill>
              </a:rPr>
              <a:t>Under the guidance of</a:t>
            </a:r>
          </a:p>
          <a:p>
            <a:pPr marL="0" indent="0">
              <a:buNone/>
            </a:pPr>
            <a:r>
              <a:rPr lang="en-US" sz="1800" b="1" i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</a:t>
            </a:r>
            <a:r>
              <a:rPr lang="en-US" sz="24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M.Prasad</a:t>
            </a:r>
            <a:r>
              <a:rPr lang="en-US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Rao</a:t>
            </a:r>
            <a:r>
              <a:rPr lang="en-IN" sz="18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</a:t>
            </a:r>
            <a:endParaRPr lang="en-US" sz="1800" b="1" i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2000" dirty="0" err="1"/>
              <a:t>Y.Bhanu</a:t>
            </a:r>
            <a:r>
              <a:rPr lang="en-US" sz="2000" dirty="0"/>
              <a:t> Sai (23608-CM-064) (TL)                                       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err="1"/>
              <a:t>G.Nanda</a:t>
            </a:r>
            <a:r>
              <a:rPr lang="en-US" sz="2000" dirty="0"/>
              <a:t> Kishor (23608-CM-013) 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err="1"/>
              <a:t>G.Bhaskar</a:t>
            </a:r>
            <a:r>
              <a:rPr lang="en-US" sz="2000" dirty="0"/>
              <a:t> (23608-CM-010) </a:t>
            </a:r>
          </a:p>
          <a:p>
            <a:pPr marL="0" indent="0">
              <a:buNone/>
            </a:pPr>
            <a:r>
              <a:rPr lang="en-US" sz="2000" dirty="0"/>
              <a:t>  K. Akash (23608-CM-071)</a:t>
            </a:r>
            <a:r>
              <a:rPr lang="en-US" sz="1600" b="1" dirty="0">
                <a:solidFill>
                  <a:schemeClr val="tx1"/>
                </a:solidFill>
              </a:rPr>
              <a:t>	</a:t>
            </a:r>
            <a:endParaRPr lang="en-US" sz="1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7CCF0-AFB3-8151-66A2-8CE24D5D580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745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75CCEF-ABAC-442F-9921-E6F695188C03}"/>
              </a:ext>
            </a:extLst>
          </p:cNvPr>
          <p:cNvSpPr txBox="1"/>
          <p:nvPr/>
        </p:nvSpPr>
        <p:spPr>
          <a:xfrm>
            <a:off x="1114655" y="518157"/>
            <a:ext cx="5153409" cy="4480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Aptos" panose="02000000000000000000" pitchFamily="2" charset="0"/>
                <a:cs typeface="Times New Roman" panose="02020603050405020304" pitchFamily="18" charset="0"/>
              </a:rPr>
              <a:t>Abstract 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Aptos" panose="02000000000000000000" pitchFamily="2" charset="0"/>
                <a:cs typeface="Times New Roman" panose="02020603050405020304" pitchFamily="18" charset="0"/>
              </a:rPr>
              <a:t>Existing system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Aptos" panose="02000000000000000000" pitchFamily="2" charset="0"/>
                <a:cs typeface="Times New Roman" panose="02020603050405020304" pitchFamily="18" charset="0"/>
              </a:rPr>
              <a:t>Proposed system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Aptos" panose="02000000000000000000" pitchFamily="2" charset="0"/>
                <a:cs typeface="Times New Roman" panose="02020603050405020304" pitchFamily="18" charset="0"/>
              </a:rPr>
              <a:t> Hardware reqirements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Aptos" panose="02000000000000000000" pitchFamily="2" charset="0"/>
                <a:cs typeface="Times New Roman" panose="02020603050405020304" pitchFamily="18" charset="0"/>
              </a:rPr>
              <a:t>Software reqirements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Aptos" panose="02000000000000000000" pitchFamily="2" charset="0"/>
                <a:cs typeface="Times New Roman" panose="02020603050405020304" pitchFamily="18" charset="0"/>
              </a:rPr>
              <a:t>Benefits &amp; Advantages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Aptos" panose="02000000000000000000" pitchFamily="2" charset="0"/>
                <a:cs typeface="Times New Roman" panose="02020603050405020304" pitchFamily="18" charset="0"/>
              </a:rPr>
              <a:t>RealTime uses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Aptos" panose="02000000000000000000" pitchFamily="2" charset="0"/>
                <a:cs typeface="Times New Roman" panose="02020603050405020304" pitchFamily="18" charset="0"/>
              </a:rPr>
              <a:t>Implementation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Aptos" panose="02000000000000000000" pitchFamily="2" charset="0"/>
                <a:cs typeface="Times New Roman" panose="02020603050405020304" pitchFamily="18" charset="0"/>
              </a:rPr>
              <a:t>Screenshot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Aptos" panose="02000000000000000000" pitchFamily="2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Aptos" panose="02000000000000000000" pitchFamily="2" charset="0"/>
                <a:cs typeface="Times New Roman" panose="02020603050405020304" pitchFamily="18" charset="0"/>
              </a:rPr>
              <a:t>Futurescope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Aptos" panose="02000000000000000000" pitchFamily="2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415FED-8BB3-3D12-F54A-B6D7FC8301BD}"/>
              </a:ext>
            </a:extLst>
          </p:cNvPr>
          <p:cNvSpPr txBox="1"/>
          <p:nvPr/>
        </p:nvSpPr>
        <p:spPr>
          <a:xfrm>
            <a:off x="601004" y="94847"/>
            <a:ext cx="63528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359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7"/>
          <p:cNvSpPr txBox="1">
            <a:spLocks noGrp="1"/>
          </p:cNvSpPr>
          <p:nvPr>
            <p:ph type="title"/>
          </p:nvPr>
        </p:nvSpPr>
        <p:spPr>
          <a:xfrm>
            <a:off x="720000" y="160224"/>
            <a:ext cx="7704000" cy="7667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6254B4-C81A-00A5-91AC-2789D850A9BB}"/>
              </a:ext>
            </a:extLst>
          </p:cNvPr>
          <p:cNvSpPr txBox="1"/>
          <p:nvPr/>
        </p:nvSpPr>
        <p:spPr>
          <a:xfrm>
            <a:off x="617884" y="800974"/>
            <a:ext cx="80605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Image to Sketch Application</a:t>
            </a:r>
            <a:r>
              <a:rPr lang="en-US" dirty="0"/>
              <a:t> is a project that changes normal photos into pencil sketch–like pictures. Nowadays, people like to edit photos and make them look creative and artistic. This project gives a simple way to turn any image into a sketch using basic image processing steps.</a:t>
            </a:r>
          </a:p>
          <a:p>
            <a:endParaRPr lang="en-US" dirty="0"/>
          </a:p>
          <a:p>
            <a:r>
              <a:rPr lang="en-US" dirty="0"/>
              <a:t>This application can be used in many areas like </a:t>
            </a:r>
            <a:r>
              <a:rPr lang="en-US" b="1" dirty="0"/>
              <a:t>CCTV footage, news media, children’s coloring activities, social media filters, and creating digital art.</a:t>
            </a:r>
            <a:r>
              <a:rPr lang="en-US" dirty="0"/>
              <a:t> It is easy to use, fast, and gives instant results.</a:t>
            </a:r>
          </a:p>
          <a:p>
            <a:endParaRPr lang="en-US" dirty="0"/>
          </a:p>
          <a:p>
            <a:r>
              <a:rPr lang="en-US" b="1" dirty="0"/>
              <a:t>In short</a:t>
            </a:r>
            <a:r>
              <a:rPr lang="en-US" dirty="0"/>
              <a:t>, this project shows how technology can be used in a creative way to make normal photos look like hand-drawn sketches.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7FF223F-90D8-13E8-65A4-801459B58B4F}"/>
              </a:ext>
            </a:extLst>
          </p:cNvPr>
          <p:cNvSpPr txBox="1"/>
          <p:nvPr/>
        </p:nvSpPr>
        <p:spPr>
          <a:xfrm>
            <a:off x="0" y="342018"/>
            <a:ext cx="8656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</a:t>
            </a: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endParaRPr lang="en-IN" sz="24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12C73B3-8F4F-2C93-46B4-B7C03AD96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315" y="1093519"/>
            <a:ext cx="8757920" cy="132343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apps only provide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editing tools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crop, rotate, filters.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automatic sketch conversion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users must edit manually.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camera support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users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upload pre-taken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real-time processing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editing and downloading takes more time.</a:t>
            </a:r>
          </a:p>
        </p:txBody>
      </p:sp>
    </p:spTree>
    <p:extLst>
      <p:ext uri="{BB962C8B-B14F-4D97-AF65-F5344CB8AC3E}">
        <p14:creationId xmlns:p14="http://schemas.microsoft.com/office/powerpoint/2010/main" val="3034218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B27C3D-4B5C-156B-DD2A-654942774A1D}"/>
              </a:ext>
            </a:extLst>
          </p:cNvPr>
          <p:cNvSpPr txBox="1"/>
          <p:nvPr/>
        </p:nvSpPr>
        <p:spPr>
          <a:xfrm>
            <a:off x="579120" y="998220"/>
            <a:ext cx="87630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 Converts photos into </a:t>
            </a:r>
            <a:r>
              <a:rPr lang="en-IN" sz="2000" b="1" dirty="0"/>
              <a:t>pencil sketches automatically</a:t>
            </a:r>
            <a:r>
              <a:rPr lang="en-IN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 Live camera support</a:t>
            </a:r>
            <a:r>
              <a:rPr lang="en-IN" sz="2000" dirty="0"/>
              <a:t> → capture photo and get sketch instantly.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 Simple and user-friendly interface</a:t>
            </a:r>
            <a:r>
              <a:rPr lang="en-IN" sz="2000" dirty="0"/>
              <a:t> (</a:t>
            </a:r>
            <a:r>
              <a:rPr lang="en-IN" sz="2000" dirty="0" err="1"/>
              <a:t>Streamlit</a:t>
            </a:r>
            <a:r>
              <a:rPr lang="en-IN" sz="2000" dirty="0"/>
              <a:t>/Flask) for upload, preview, and download.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 Fast and lightweight</a:t>
            </a:r>
            <a:r>
              <a:rPr lang="en-IN" sz="2000" dirty="0"/>
              <a:t>, no need for heavy software like Photoshop.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 Future scope</a:t>
            </a:r>
            <a:r>
              <a:rPr lang="en-IN" sz="2000" dirty="0"/>
              <a:t> → Android app, multiple sketch styles, and social media integration</a:t>
            </a:r>
            <a:r>
              <a:rPr lang="en-IN" dirty="0"/>
              <a:t>.</a:t>
            </a:r>
          </a:p>
          <a:p>
            <a:r>
              <a:rPr lang="en-IN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077A49-CB4F-38A4-1F0F-D6A1708A4D74}"/>
              </a:ext>
            </a:extLst>
          </p:cNvPr>
          <p:cNvSpPr txBox="1"/>
          <p:nvPr/>
        </p:nvSpPr>
        <p:spPr>
          <a:xfrm>
            <a:off x="2971800" y="297180"/>
            <a:ext cx="30403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792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7"/>
          <p:cNvSpPr txBox="1">
            <a:spLocks noGrp="1"/>
          </p:cNvSpPr>
          <p:nvPr>
            <p:ph type="title"/>
          </p:nvPr>
        </p:nvSpPr>
        <p:spPr>
          <a:xfrm>
            <a:off x="720000" y="610050"/>
            <a:ext cx="7704000" cy="7667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en-US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Reqirements</a:t>
            </a:r>
            <a:endParaRPr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827F53-9590-3BA1-C8A6-7C21122CDBEE}"/>
              </a:ext>
            </a:extLst>
          </p:cNvPr>
          <p:cNvSpPr txBox="1"/>
          <p:nvPr/>
        </p:nvSpPr>
        <p:spPr>
          <a:xfrm>
            <a:off x="1022342" y="1240463"/>
            <a:ext cx="770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Processor (CPU):</a:t>
            </a:r>
          </a:p>
          <a:p>
            <a:r>
              <a:rPr lang="en-US" b="1" dirty="0"/>
              <a:t>        </a:t>
            </a:r>
            <a:r>
              <a:rPr lang="en-US" dirty="0"/>
              <a:t>Minimum: Intel Core i3 (or equivalent)</a:t>
            </a:r>
          </a:p>
          <a:p>
            <a:r>
              <a:rPr lang="en-US" dirty="0"/>
              <a:t>        Recommended: Intel Core i5/i7 or AMD Ryzen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RAM (Memory):</a:t>
            </a:r>
            <a:endParaRPr lang="en-US" dirty="0"/>
          </a:p>
          <a:p>
            <a:r>
              <a:rPr lang="en-US" dirty="0"/>
              <a:t>        Minimum: 4 GB</a:t>
            </a:r>
          </a:p>
          <a:p>
            <a:r>
              <a:rPr lang="en-US" dirty="0"/>
              <a:t>        Recommended: 8 GB or more for smooth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Storage:</a:t>
            </a:r>
            <a:endParaRPr lang="en-US" dirty="0"/>
          </a:p>
          <a:p>
            <a:r>
              <a:rPr lang="en-US" dirty="0"/>
              <a:t>        Minimum: 250 GB HDD</a:t>
            </a:r>
          </a:p>
          <a:p>
            <a:r>
              <a:rPr lang="en-US" dirty="0"/>
              <a:t>        Recommended: 256 GB SSD or higher for faster processing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CB0AC1-AF78-293B-69D4-EA0791A3C40B}"/>
              </a:ext>
            </a:extLst>
          </p:cNvPr>
          <p:cNvSpPr txBox="1"/>
          <p:nvPr/>
        </p:nvSpPr>
        <p:spPr>
          <a:xfrm>
            <a:off x="2392281" y="290163"/>
            <a:ext cx="4757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C9048-A94A-4691-05FF-7EEAD7C12F1C}"/>
              </a:ext>
            </a:extLst>
          </p:cNvPr>
          <p:cNvSpPr txBox="1"/>
          <p:nvPr/>
        </p:nvSpPr>
        <p:spPr>
          <a:xfrm>
            <a:off x="449580" y="975360"/>
            <a:ext cx="71894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b="1" dirty="0">
                <a:latin typeface="Arial" panose="020B0604020202020204" pitchFamily="34" charset="0"/>
              </a:rPr>
              <a:t>Operating System</a:t>
            </a:r>
            <a:r>
              <a:rPr lang="en-US" altLang="en-US" dirty="0">
                <a:latin typeface="Arial" panose="020B0604020202020204" pitchFamily="34" charset="0"/>
              </a:rPr>
              <a:t>: Windows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b="1" dirty="0">
                <a:latin typeface="Arial" panose="020B0604020202020204" pitchFamily="34" charset="0"/>
              </a:rPr>
              <a:t>Programming Language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  <a:r>
              <a:rPr lang="en-US" altLang="en-US" dirty="0" err="1">
                <a:latin typeface="Arial" panose="020B0604020202020204" pitchFamily="34" charset="0"/>
              </a:rPr>
              <a:t>java,xml,kotlin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b="1" dirty="0">
                <a:latin typeface="Arial" panose="020B0604020202020204" pitchFamily="34" charset="0"/>
              </a:rPr>
              <a:t>Ai </a:t>
            </a:r>
            <a:r>
              <a:rPr lang="en-US" altLang="en-US" b="1" dirty="0" err="1">
                <a:latin typeface="Arial" panose="020B0604020202020204" pitchFamily="34" charset="0"/>
              </a:rPr>
              <a:t>Framework:</a:t>
            </a:r>
            <a:r>
              <a:rPr lang="en-US" altLang="en-US" dirty="0" err="1">
                <a:latin typeface="Arial" panose="020B0604020202020204" pitchFamily="34" charset="0"/>
              </a:rPr>
              <a:t>opencv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b="1" dirty="0">
                <a:latin typeface="Arial" panose="020B0604020202020204" pitchFamily="34" charset="0"/>
              </a:rPr>
              <a:t>AI Model :</a:t>
            </a:r>
            <a:r>
              <a:rPr lang="en-US" altLang="en-US" dirty="0" err="1">
                <a:latin typeface="Arial" panose="020B0604020202020204" pitchFamily="34" charset="0"/>
              </a:rPr>
              <a:t>sketch.onnx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b="1" dirty="0">
                <a:latin typeface="Arial" panose="020B0604020202020204" pitchFamily="34" charset="0"/>
              </a:rPr>
              <a:t>IDE/Code Editor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  <a:r>
              <a:rPr lang="en-US" altLang="en-US" dirty="0" err="1">
                <a:latin typeface="Arial" panose="020B0604020202020204" pitchFamily="34" charset="0"/>
              </a:rPr>
              <a:t>Andriod</a:t>
            </a:r>
            <a:r>
              <a:rPr lang="en-US" altLang="en-US" dirty="0">
                <a:latin typeface="Arial" panose="020B0604020202020204" pitchFamily="34" charset="0"/>
              </a:rPr>
              <a:t> Studio</a:t>
            </a:r>
            <a:r>
              <a:rPr lang="en-US" altLang="en-US" sz="1200" dirty="0">
                <a:latin typeface="Arial" panose="020B0604020202020204" pitchFamily="34" charset="0"/>
              </a:rPr>
              <a:t>(for App Development)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53891-D0A1-D128-E078-3B681A068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6632" y="119256"/>
            <a:ext cx="4740900" cy="507550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&amp;Advantages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604D8-E633-66C2-618D-2D5E573772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74" y="486696"/>
            <a:ext cx="8443451" cy="4450325"/>
          </a:xfrm>
        </p:spPr>
        <p:txBody>
          <a:bodyPr/>
          <a:lstStyle/>
          <a:p>
            <a:pPr algn="l"/>
            <a:r>
              <a:rPr lang="en-US" sz="1800" u="sng" dirty="0">
                <a:latin typeface="Arial Black" panose="020B0A04020102020204" pitchFamily="34" charset="0"/>
              </a:rPr>
              <a:t>Why should I use</a:t>
            </a:r>
          </a:p>
          <a:p>
            <a:pPr algn="l"/>
            <a:endParaRPr lang="en-US" sz="1400" u="sng" dirty="0">
              <a:latin typeface="Arial Black" panose="020B0A040201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Converts photos into </a:t>
            </a:r>
            <a:r>
              <a:rPr lang="en-US" sz="1600" b="1" dirty="0"/>
              <a:t>artistic pencil sketches</a:t>
            </a:r>
            <a:r>
              <a:rPr lang="en-US" sz="1600" dirty="0"/>
              <a:t> instantly.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Works </a:t>
            </a:r>
            <a:r>
              <a:rPr lang="en-US" sz="1600" b="1" dirty="0"/>
              <a:t>fast</a:t>
            </a:r>
            <a:r>
              <a:rPr lang="en-US" sz="1600" dirty="0"/>
              <a:t> and gives </a:t>
            </a:r>
            <a:r>
              <a:rPr lang="en-US" sz="1600" b="1" dirty="0"/>
              <a:t>high-quality results</a:t>
            </a:r>
            <a:r>
              <a:rPr lang="en-US" sz="1600" dirty="0"/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Provides </a:t>
            </a:r>
            <a:r>
              <a:rPr lang="en-US" sz="1600" b="1" dirty="0"/>
              <a:t>educational value</a:t>
            </a:r>
            <a:r>
              <a:rPr lang="en-US" sz="1600" dirty="0"/>
              <a:t> – helps in learning image processing concepts.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Can be used for </a:t>
            </a:r>
            <a:r>
              <a:rPr lang="en-US" sz="1600" b="1" dirty="0"/>
              <a:t>fun, creativity, and professional purposes</a:t>
            </a:r>
            <a:r>
              <a:rPr lang="en-US" sz="1600" dirty="0"/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Useful for </a:t>
            </a:r>
            <a:r>
              <a:rPr lang="en-US" sz="1600" b="1" dirty="0"/>
              <a:t>privacy protection</a:t>
            </a:r>
            <a:r>
              <a:rPr lang="en-US" sz="1600" dirty="0"/>
              <a:t> (showing sketches instead of real images).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dirty="0"/>
              <a:t>Free to use</a:t>
            </a:r>
            <a:r>
              <a:rPr lang="en-US" sz="1600" dirty="0"/>
              <a:t> and contains </a:t>
            </a:r>
            <a:r>
              <a:rPr lang="en-US" sz="1600" b="1" dirty="0"/>
              <a:t>no ads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0" indent="0" algn="l"/>
            <a:r>
              <a:rPr lang="en-US" sz="1600" u="sng" dirty="0">
                <a:latin typeface="Arial Black" panose="020B0A04020102020204" pitchFamily="34" charset="0"/>
              </a:rPr>
              <a:t>In which situation should I use..?</a:t>
            </a:r>
          </a:p>
          <a:p>
            <a:pPr marL="0" indent="0" algn="l"/>
            <a:endParaRPr lang="en-US" sz="1100" u="sng" dirty="0">
              <a:latin typeface="Arial Black" panose="020B0A04020102020204" pitchFamily="34" charset="0"/>
            </a:endParaRPr>
          </a:p>
          <a:p>
            <a:pPr marL="0" lvl="0" indent="0" algn="l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News channels &amp; media:</a:t>
            </a:r>
            <a:r>
              <a:rPr lang="en-US" altLang="en-US" sz="1600" dirty="0">
                <a:latin typeface="Arial" panose="020B0604020202020204" pitchFamily="34" charset="0"/>
              </a:rPr>
              <a:t> Showing suspects</a:t>
            </a:r>
            <a:r>
              <a:rPr lang="en-US" altLang="en-US" sz="1600" b="1" dirty="0">
                <a:latin typeface="Arial" panose="020B0604020202020204" pitchFamily="34" charset="0"/>
              </a:rPr>
              <a:t>/</a:t>
            </a:r>
            <a:r>
              <a:rPr lang="en-US" altLang="en-US" sz="1600" dirty="0">
                <a:latin typeface="Arial" panose="020B0604020202020204" pitchFamily="34" charset="0"/>
              </a:rPr>
              <a:t>victims in sketch</a:t>
            </a: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</a:rPr>
              <a:t>form instead of real photos.</a:t>
            </a:r>
          </a:p>
          <a:p>
            <a:pPr marL="0" lvl="0" indent="0" algn="l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Social media posts:</a:t>
            </a:r>
            <a:r>
              <a:rPr lang="en-US" altLang="en-US" sz="1600" dirty="0">
                <a:latin typeface="Arial" panose="020B0604020202020204" pitchFamily="34" charset="0"/>
              </a:rPr>
              <a:t> Creating creative sketch effects for profile pictures and content.</a:t>
            </a:r>
          </a:p>
          <a:p>
            <a:pPr marL="0" lvl="0" indent="0" algn="l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Law enforcement:</a:t>
            </a:r>
            <a:r>
              <a:rPr lang="en-US" altLang="en-US" sz="1600" dirty="0">
                <a:latin typeface="Arial" panose="020B0604020202020204" pitchFamily="34" charset="0"/>
              </a:rPr>
              <a:t> Converting CCTV footage into sketches for investigation.</a:t>
            </a:r>
          </a:p>
          <a:p>
            <a:pPr marL="0" lvl="0" indent="0" algn="l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Education:</a:t>
            </a:r>
            <a:r>
              <a:rPr lang="en-US" altLang="en-US" sz="1600" dirty="0">
                <a:latin typeface="Arial" panose="020B0604020202020204" pitchFamily="34" charset="0"/>
              </a:rPr>
              <a:t> Teaching image processing in a simple and practical way.</a:t>
            </a:r>
          </a:p>
          <a:p>
            <a:pPr marL="0" lvl="0" indent="0" algn="l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Children’s activities:</a:t>
            </a:r>
            <a:r>
              <a:rPr lang="en-US" altLang="en-US" sz="1600" dirty="0">
                <a:latin typeface="Arial" panose="020B0604020202020204" pitchFamily="34" charset="0"/>
              </a:rPr>
              <a:t> Generating sketch outlines for kids to color.</a:t>
            </a:r>
          </a:p>
          <a:p>
            <a:pPr marL="0" lvl="0" indent="0" algn="l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Anonymous use:</a:t>
            </a:r>
            <a:r>
              <a:rPr lang="en-US" altLang="en-US" sz="1600" dirty="0">
                <a:latin typeface="Arial" panose="020B0604020202020204" pitchFamily="34" charset="0"/>
              </a:rPr>
              <a:t> Hiding real identity during online meetings or public sharing.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l"/>
            <a:r>
              <a:rPr lang="en-US" sz="1600" dirty="0"/>
              <a:t>.</a:t>
            </a:r>
          </a:p>
          <a:p>
            <a:pPr marL="0" indent="0"/>
            <a:endParaRPr lang="en-US" sz="1400" u="sng" dirty="0"/>
          </a:p>
          <a:p>
            <a:pPr marL="0" indent="0" algn="l"/>
            <a:endParaRPr lang="en-US" sz="1800" u="sng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66249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3F760-B46F-DFF7-ABE0-CCC56A859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69" y="471948"/>
            <a:ext cx="6330343" cy="553065"/>
          </a:xfrm>
        </p:spPr>
        <p:txBody>
          <a:bodyPr/>
          <a:lstStyle/>
          <a:p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if this system does not exist..?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C24B3-63F1-C650-A75F-FB6DD84DF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672" y="1025013"/>
            <a:ext cx="7897760" cy="3384755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/>
              <a:t>No Free &amp; Offline Sketch Tools</a:t>
            </a:r>
            <a:r>
              <a:rPr lang="en-US" sz="1800" dirty="0"/>
              <a:t> → Users will depend only on costly or online tools.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/>
              <a:t>Privacy Concerns</a:t>
            </a:r>
            <a:r>
              <a:rPr lang="en-US" sz="1800" dirty="0"/>
              <a:t> → People cannot hide their identity in images or CCTV footage.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/>
              <a:t>No Real-Time Conversion</a:t>
            </a:r>
            <a:r>
              <a:rPr lang="en-US" sz="1800" dirty="0"/>
              <a:t> → Manual sketching takes time and effort.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/>
              <a:t>Missed AI &amp; Educational Opportunities</a:t>
            </a:r>
            <a:r>
              <a:rPr lang="en-US" sz="1800" dirty="0"/>
              <a:t> → Students lose a chance to learn image processing.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/>
              <a:t>Increased Cost for Creatives</a:t>
            </a:r>
            <a:r>
              <a:rPr lang="en-US" sz="1800" dirty="0"/>
              <a:t> → Artists and designers must buy expensive tools.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/>
              <a:t>Lost Digital Creativity for Non-Artists</a:t>
            </a:r>
            <a:r>
              <a:rPr lang="en-US" sz="1800" dirty="0"/>
              <a:t> → Normal users cannot make sketch art easily.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/>
              <a:t>No Affordable Alternative</a:t>
            </a:r>
            <a:r>
              <a:rPr lang="en-US" sz="1800" dirty="0"/>
              <a:t> → Lack of simple and budget-friendly apps for sketching.</a:t>
            </a:r>
          </a:p>
        </p:txBody>
      </p:sp>
    </p:spTree>
    <p:extLst>
      <p:ext uri="{BB962C8B-B14F-4D97-AF65-F5344CB8AC3E}">
        <p14:creationId xmlns:p14="http://schemas.microsoft.com/office/powerpoint/2010/main" val="1135531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335CA-358B-5723-8A98-BEADE5B8B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69" y="989141"/>
            <a:ext cx="7886700" cy="2461982"/>
          </a:xfrm>
        </p:spPr>
        <p:txBody>
          <a:bodyPr/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2F928F-D0DF-7B4D-B987-6FF1D05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7CD44317-67E4-89F4-D494-ED54352F32C8}"/>
              </a:ext>
            </a:extLst>
          </p:cNvPr>
          <p:cNvSpPr/>
          <p:nvPr/>
        </p:nvSpPr>
        <p:spPr>
          <a:xfrm>
            <a:off x="4138987" y="2961919"/>
            <a:ext cx="484632" cy="978408"/>
          </a:xfrm>
          <a:prstGeom prst="downArrow">
            <a:avLst/>
          </a:prstGeom>
          <a:solidFill>
            <a:schemeClr val="bg1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isometricOffAxis2Right"/>
              <a:lightRig rig="threePt" dir="t"/>
            </a:scene3d>
          </a:bodyPr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tx1"/>
              </a:solidFill>
              <a:effectLst>
                <a:outerShdw blurRad="75057" dist="38100" dir="5400000" sy="-20000" rotWithShape="0">
                  <a:prstClr val="black">
                    <a:alpha val="25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31033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FBA4DD-20F2-30C7-93AF-7A041390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0086D8-EBE5-98F4-5637-CF97BFF90EA2}"/>
              </a:ext>
            </a:extLst>
          </p:cNvPr>
          <p:cNvSpPr txBox="1"/>
          <p:nvPr/>
        </p:nvSpPr>
        <p:spPr>
          <a:xfrm>
            <a:off x="160020" y="102393"/>
            <a:ext cx="88239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MainActivity.java</a:t>
            </a:r>
          </a:p>
          <a:p>
            <a:r>
              <a:rPr lang="en-IN" sz="1200" dirty="0"/>
              <a:t>package </a:t>
            </a:r>
            <a:r>
              <a:rPr lang="en-IN" sz="1200" dirty="0" err="1"/>
              <a:t>com.example.ribhance</a:t>
            </a:r>
            <a:r>
              <a:rPr lang="en-IN" sz="1200" dirty="0"/>
              <a:t>;</a:t>
            </a:r>
          </a:p>
          <a:p>
            <a:endParaRPr lang="en-IN" sz="1200" dirty="0"/>
          </a:p>
          <a:p>
            <a:r>
              <a:rPr lang="en-IN" sz="1200" dirty="0"/>
              <a:t>import </a:t>
            </a:r>
            <a:r>
              <a:rPr lang="en-IN" sz="1200" dirty="0" err="1"/>
              <a:t>android.Manifest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android.content.ContentValues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android.content.Intent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android.content.pm.PackageManager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android.graphics.Bitmap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android.net.Uri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android.os.Build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android.os.Bundle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android.provider.MediaStore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android.util.Log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android.view.View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android.widget.Button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android.widget.LinearLayout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android.widget.RadioButton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android.widget.RadioGroup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android.widget.Toast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android.widget.ImageView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androidx.activity.result.ActivityResultLauncher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androidx.activity.result.contract.ActivityResultContracts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androidx.annotation.NonNull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androidx.appcompat.app.AppCompatActivity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androidx.camera.core.CameraSelector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androidx.camera.core.ImageAnalysis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androidx.camera.core.ImageCapture</a:t>
            </a:r>
            <a:r>
              <a:rPr lang="en-IN" sz="1200" dirty="0"/>
              <a:t>;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501146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7BE7FA-3015-90A8-19C5-58F1AB57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281EF-F0EE-3F3B-2983-8C48100C6F45}"/>
              </a:ext>
            </a:extLst>
          </p:cNvPr>
          <p:cNvSpPr txBox="1"/>
          <p:nvPr/>
        </p:nvSpPr>
        <p:spPr>
          <a:xfrm>
            <a:off x="255270" y="102393"/>
            <a:ext cx="87858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import </a:t>
            </a:r>
            <a:r>
              <a:rPr lang="en-IN" sz="1200" dirty="0" err="1"/>
              <a:t>androidx.camera.core.ImageCaptureException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androidx.camera.core.ImageProxy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androidx.camera.core.Preview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androidx.camera.lifecycle.ProcessCameraProvider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androidx.camera.view.PreviewView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androidx.core.app.ActivityCompat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androidx.core.content.ContextCompat</a:t>
            </a:r>
            <a:r>
              <a:rPr lang="en-IN" sz="1200" dirty="0"/>
              <a:t>;</a:t>
            </a:r>
          </a:p>
          <a:p>
            <a:r>
              <a:rPr lang="en-IN" sz="1200" dirty="0"/>
              <a:t>import androidx.viewpager2.widget.ViewPager2;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com.google.common.util.concurrent.ListenableFuture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org.opencv.android.OpenCVLoader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org.opencv.core.CvType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org.opencv.core.Mat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java.io.IOException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java.io.OutputStream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java.util.concurrent.ExecutorService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java.util.concurrent.Executors</a:t>
            </a:r>
            <a:r>
              <a:rPr lang="en-IN" sz="1200" dirty="0"/>
              <a:t>;</a:t>
            </a:r>
          </a:p>
          <a:p>
            <a:endParaRPr lang="en-IN" sz="1200" dirty="0"/>
          </a:p>
          <a:p>
            <a:r>
              <a:rPr lang="en-IN" sz="1200" dirty="0"/>
              <a:t>public class MainActivity extends </a:t>
            </a:r>
            <a:r>
              <a:rPr lang="en-IN" sz="1200" dirty="0" err="1"/>
              <a:t>AppCompatActivity</a:t>
            </a:r>
            <a:r>
              <a:rPr lang="en-IN" sz="1200" dirty="0"/>
              <a:t> {</a:t>
            </a:r>
          </a:p>
          <a:p>
            <a:r>
              <a:rPr lang="en-IN" sz="1200" dirty="0"/>
              <a:t>    private static final String TAG = "MainActivity";</a:t>
            </a:r>
          </a:p>
          <a:p>
            <a:r>
              <a:rPr lang="en-IN" sz="1200" dirty="0"/>
              <a:t>    private </a:t>
            </a:r>
            <a:r>
              <a:rPr lang="en-IN" sz="1200" dirty="0" err="1"/>
              <a:t>RadioGroup</a:t>
            </a:r>
            <a:r>
              <a:rPr lang="en-IN" sz="1200" dirty="0"/>
              <a:t> </a:t>
            </a:r>
            <a:r>
              <a:rPr lang="en-IN" sz="1200" dirty="0" err="1"/>
              <a:t>modeGroup</a:t>
            </a:r>
            <a:r>
              <a:rPr lang="en-IN" sz="1200" dirty="0"/>
              <a:t>, </a:t>
            </a:r>
            <a:r>
              <a:rPr lang="en-IN" sz="1200" dirty="0" err="1"/>
              <a:t>inputSourceGroup</a:t>
            </a:r>
            <a:r>
              <a:rPr lang="en-IN" sz="1200" dirty="0"/>
              <a:t>;</a:t>
            </a:r>
          </a:p>
          <a:p>
            <a:r>
              <a:rPr lang="en-IN" sz="1200" dirty="0"/>
              <a:t>    private Button </a:t>
            </a:r>
            <a:r>
              <a:rPr lang="en-IN" sz="1200" dirty="0" err="1"/>
              <a:t>btnChoose</a:t>
            </a:r>
            <a:r>
              <a:rPr lang="en-IN" sz="1200" dirty="0"/>
              <a:t>, </a:t>
            </a:r>
            <a:r>
              <a:rPr lang="en-IN" sz="1200" dirty="0" err="1"/>
              <a:t>btnSave</a:t>
            </a:r>
            <a:r>
              <a:rPr lang="en-IN" sz="1200" dirty="0"/>
              <a:t>, </a:t>
            </a:r>
            <a:r>
              <a:rPr lang="en-IN" sz="1200" dirty="0" err="1"/>
              <a:t>btnStop</a:t>
            </a:r>
            <a:r>
              <a:rPr lang="en-IN" sz="1200" dirty="0"/>
              <a:t>, </a:t>
            </a:r>
            <a:r>
              <a:rPr lang="en-IN" sz="1200" dirty="0" err="1"/>
              <a:t>btnCapture</a:t>
            </a:r>
            <a:r>
              <a:rPr lang="en-IN" sz="1200" dirty="0"/>
              <a:t>;</a:t>
            </a:r>
          </a:p>
          <a:p>
            <a:r>
              <a:rPr lang="en-IN" sz="1200" dirty="0"/>
              <a:t>    private </a:t>
            </a:r>
            <a:r>
              <a:rPr lang="en-IN" sz="1200" dirty="0" err="1"/>
              <a:t>LinearLayout</a:t>
            </a:r>
            <a:r>
              <a:rPr lang="en-IN" sz="1200" dirty="0"/>
              <a:t> </a:t>
            </a:r>
            <a:r>
              <a:rPr lang="en-IN" sz="1200" dirty="0" err="1"/>
              <a:t>buttonPanel</a:t>
            </a:r>
            <a:r>
              <a:rPr lang="en-IN" sz="1200" dirty="0"/>
              <a:t>;</a:t>
            </a:r>
          </a:p>
          <a:p>
            <a:r>
              <a:rPr lang="en-IN" sz="1200" dirty="0"/>
              <a:t>    private ViewPager2 </a:t>
            </a:r>
            <a:r>
              <a:rPr lang="en-IN" sz="1200" dirty="0" err="1"/>
              <a:t>viewPager</a:t>
            </a:r>
            <a:r>
              <a:rPr lang="en-IN" sz="1200" dirty="0"/>
              <a:t>;</a:t>
            </a:r>
          </a:p>
          <a:p>
            <a:r>
              <a:rPr lang="en-IN" sz="1200" dirty="0"/>
              <a:t>    private </a:t>
            </a:r>
            <a:r>
              <a:rPr lang="en-IN" sz="1200" dirty="0" err="1"/>
              <a:t>ImageView</a:t>
            </a:r>
            <a:r>
              <a:rPr lang="en-IN" sz="1200" dirty="0"/>
              <a:t> </a:t>
            </a:r>
            <a:r>
              <a:rPr lang="en-IN" sz="1200" dirty="0" err="1"/>
              <a:t>liveView</a:t>
            </a:r>
            <a:r>
              <a:rPr lang="en-IN" sz="1200" dirty="0"/>
              <a:t>;</a:t>
            </a:r>
          </a:p>
          <a:p>
            <a:r>
              <a:rPr lang="en-IN" sz="1200" dirty="0"/>
              <a:t>    private </a:t>
            </a:r>
            <a:r>
              <a:rPr lang="en-IN" sz="1200" dirty="0" err="1"/>
              <a:t>PreviewView</a:t>
            </a:r>
            <a:r>
              <a:rPr lang="en-IN" sz="1200" dirty="0"/>
              <a:t> </a:t>
            </a:r>
            <a:r>
              <a:rPr lang="en-IN" sz="1200" dirty="0" err="1"/>
              <a:t>cameraPreview</a:t>
            </a:r>
            <a:r>
              <a:rPr lang="en-IN" sz="1200" dirty="0"/>
              <a:t>;</a:t>
            </a:r>
          </a:p>
          <a:p>
            <a:r>
              <a:rPr lang="en-IN" sz="1200" dirty="0"/>
              <a:t>    private String </a:t>
            </a:r>
            <a:r>
              <a:rPr lang="en-IN" sz="1200" dirty="0" err="1"/>
              <a:t>currentMode</a:t>
            </a:r>
            <a:r>
              <a:rPr lang="en-IN" sz="1200" dirty="0"/>
              <a:t> = "OpenCV";</a:t>
            </a:r>
          </a:p>
          <a:p>
            <a:r>
              <a:rPr lang="en-IN" sz="1200" dirty="0"/>
              <a:t>    private Bitmap </a:t>
            </a:r>
            <a:r>
              <a:rPr lang="en-IN" sz="1200" dirty="0" err="1"/>
              <a:t>processedBitmap</a:t>
            </a:r>
            <a:r>
              <a:rPr lang="en-IN" sz="1200" dirty="0"/>
              <a:t>, </a:t>
            </a:r>
            <a:r>
              <a:rPr lang="en-IN" sz="1200" dirty="0" err="1"/>
              <a:t>originalBitmap</a:t>
            </a:r>
            <a:r>
              <a:rPr lang="en-IN" sz="1200" dirty="0"/>
              <a:t>;</a:t>
            </a:r>
          </a:p>
          <a:p>
            <a:endParaRPr lang="en-IN" sz="1200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721906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829176-BF14-1885-E6F6-B8D2B3E2C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EDA293-CE6C-CE75-6ADE-BD6475F40554}"/>
              </a:ext>
            </a:extLst>
          </p:cNvPr>
          <p:cNvSpPr txBox="1"/>
          <p:nvPr/>
        </p:nvSpPr>
        <p:spPr>
          <a:xfrm>
            <a:off x="175260" y="160020"/>
            <a:ext cx="86715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private </a:t>
            </a:r>
            <a:r>
              <a:rPr lang="en-IN" sz="1200" dirty="0" err="1"/>
              <a:t>ImageAdapter</a:t>
            </a:r>
            <a:r>
              <a:rPr lang="en-IN" sz="1200" dirty="0"/>
              <a:t> adapter;</a:t>
            </a:r>
          </a:p>
          <a:p>
            <a:r>
              <a:rPr lang="en-IN" sz="1200" dirty="0"/>
              <a:t>    private </a:t>
            </a:r>
            <a:r>
              <a:rPr lang="en-IN" sz="1200" dirty="0" err="1"/>
              <a:t>ExecutorService</a:t>
            </a:r>
            <a:r>
              <a:rPr lang="en-IN" sz="1200" dirty="0"/>
              <a:t> </a:t>
            </a:r>
            <a:r>
              <a:rPr lang="en-IN" sz="1200" dirty="0" err="1"/>
              <a:t>cameraExecutor</a:t>
            </a:r>
            <a:r>
              <a:rPr lang="en-IN" sz="1200" dirty="0"/>
              <a:t>;</a:t>
            </a:r>
          </a:p>
          <a:p>
            <a:r>
              <a:rPr lang="en-IN" sz="1200" dirty="0"/>
              <a:t>    private </a:t>
            </a:r>
            <a:r>
              <a:rPr lang="en-IN" sz="1200" dirty="0" err="1"/>
              <a:t>ImageCapture</a:t>
            </a:r>
            <a:r>
              <a:rPr lang="en-IN" sz="1200" dirty="0"/>
              <a:t> </a:t>
            </a:r>
            <a:r>
              <a:rPr lang="en-IN" sz="1200" dirty="0" err="1"/>
              <a:t>imageCapture</a:t>
            </a:r>
            <a:r>
              <a:rPr lang="en-IN" sz="1200" dirty="0"/>
              <a:t>;</a:t>
            </a:r>
          </a:p>
          <a:p>
            <a:r>
              <a:rPr lang="en-IN" sz="1200" dirty="0"/>
              <a:t>    private </a:t>
            </a:r>
            <a:r>
              <a:rPr lang="en-IN" sz="1200" dirty="0" err="1"/>
              <a:t>ProcessCameraProvider</a:t>
            </a:r>
            <a:r>
              <a:rPr lang="en-IN" sz="1200" dirty="0"/>
              <a:t> </a:t>
            </a:r>
            <a:r>
              <a:rPr lang="en-IN" sz="1200" dirty="0" err="1"/>
              <a:t>cameraProvider</a:t>
            </a:r>
            <a:r>
              <a:rPr lang="en-IN" sz="1200" dirty="0"/>
              <a:t>;</a:t>
            </a:r>
          </a:p>
          <a:p>
            <a:r>
              <a:rPr lang="en-IN" sz="1200" dirty="0"/>
              <a:t>    private </a:t>
            </a:r>
            <a:r>
              <a:rPr lang="en-IN" sz="1200" dirty="0" err="1"/>
              <a:t>boolean</a:t>
            </a:r>
            <a:r>
              <a:rPr lang="en-IN" sz="1200" dirty="0"/>
              <a:t> </a:t>
            </a:r>
            <a:r>
              <a:rPr lang="en-IN" sz="1200" dirty="0" err="1"/>
              <a:t>liveActive</a:t>
            </a:r>
            <a:r>
              <a:rPr lang="en-IN" sz="1200" dirty="0"/>
              <a:t> = false;</a:t>
            </a:r>
          </a:p>
          <a:p>
            <a:r>
              <a:rPr lang="en-IN" sz="1200" dirty="0"/>
              <a:t>    private final </a:t>
            </a:r>
            <a:r>
              <a:rPr lang="en-IN" sz="1200" dirty="0" err="1"/>
              <a:t>ActivityResultLauncher</a:t>
            </a:r>
            <a:r>
              <a:rPr lang="en-IN" sz="1200" dirty="0"/>
              <a:t>&lt;Intent&gt; </a:t>
            </a:r>
            <a:r>
              <a:rPr lang="en-IN" sz="1200" dirty="0" err="1"/>
              <a:t>galleryLauncher</a:t>
            </a:r>
            <a:r>
              <a:rPr lang="en-IN" sz="1200" dirty="0"/>
              <a:t> =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registerForActivityResult</a:t>
            </a:r>
            <a:r>
              <a:rPr lang="en-IN" sz="1200" dirty="0"/>
              <a:t>(new </a:t>
            </a:r>
            <a:r>
              <a:rPr lang="en-IN" sz="1200" dirty="0" err="1"/>
              <a:t>ActivityResultContracts.StartActivityForResult</a:t>
            </a:r>
            <a:r>
              <a:rPr lang="en-IN" sz="1200" dirty="0"/>
              <a:t>(), result -&gt; {</a:t>
            </a:r>
          </a:p>
          <a:p>
            <a:r>
              <a:rPr lang="en-IN" sz="1200" dirty="0"/>
              <a:t>                if (</a:t>
            </a:r>
            <a:r>
              <a:rPr lang="en-IN" sz="1200" dirty="0" err="1"/>
              <a:t>result.getResultCode</a:t>
            </a:r>
            <a:r>
              <a:rPr lang="en-IN" sz="1200" dirty="0"/>
              <a:t>() == RESULT_OK &amp;&amp; </a:t>
            </a:r>
            <a:r>
              <a:rPr lang="en-IN" sz="1200" dirty="0" err="1"/>
              <a:t>result.getData</a:t>
            </a:r>
            <a:r>
              <a:rPr lang="en-IN" sz="1200" dirty="0"/>
              <a:t>() != null) {</a:t>
            </a:r>
          </a:p>
          <a:p>
            <a:r>
              <a:rPr lang="en-IN" sz="1200" dirty="0"/>
              <a:t>                    Uri </a:t>
            </a:r>
            <a:r>
              <a:rPr lang="en-IN" sz="1200" dirty="0" err="1"/>
              <a:t>imageUri</a:t>
            </a:r>
            <a:r>
              <a:rPr lang="en-IN" sz="1200" dirty="0"/>
              <a:t> = </a:t>
            </a:r>
            <a:r>
              <a:rPr lang="en-IN" sz="1200" dirty="0" err="1"/>
              <a:t>result.getData</a:t>
            </a:r>
            <a:r>
              <a:rPr lang="en-IN" sz="1200" dirty="0"/>
              <a:t>().</a:t>
            </a:r>
            <a:r>
              <a:rPr lang="en-IN" sz="1200" dirty="0" err="1"/>
              <a:t>getData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    try {</a:t>
            </a:r>
          </a:p>
          <a:p>
            <a:r>
              <a:rPr lang="en-IN" sz="1200" dirty="0"/>
              <a:t>                        </a:t>
            </a:r>
            <a:r>
              <a:rPr lang="en-IN" sz="1200" dirty="0" err="1"/>
              <a:t>originalBitmap</a:t>
            </a:r>
            <a:r>
              <a:rPr lang="en-IN" sz="1200" dirty="0"/>
              <a:t> = </a:t>
            </a:r>
            <a:r>
              <a:rPr lang="en-IN" sz="1200" dirty="0" err="1"/>
              <a:t>MediaStore.Images.Media.getBitmap</a:t>
            </a:r>
            <a:r>
              <a:rPr lang="en-IN" sz="1200" dirty="0"/>
              <a:t>(</a:t>
            </a:r>
            <a:r>
              <a:rPr lang="en-IN" sz="1200" dirty="0" err="1"/>
              <a:t>this.getContentResolver</a:t>
            </a:r>
            <a:r>
              <a:rPr lang="en-IN" sz="1200" dirty="0"/>
              <a:t>(), </a:t>
            </a:r>
            <a:r>
              <a:rPr lang="en-IN" sz="1200" dirty="0" err="1"/>
              <a:t>imageUri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        </a:t>
            </a:r>
            <a:r>
              <a:rPr lang="en-IN" sz="1200" dirty="0" err="1"/>
              <a:t>processAndDisplay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    } catch (</a:t>
            </a:r>
            <a:r>
              <a:rPr lang="en-IN" sz="1200" dirty="0" err="1"/>
              <a:t>IOException</a:t>
            </a:r>
            <a:r>
              <a:rPr lang="en-IN" sz="1200" dirty="0"/>
              <a:t> e) {</a:t>
            </a:r>
          </a:p>
          <a:p>
            <a:r>
              <a:rPr lang="en-IN" sz="1200" dirty="0"/>
              <a:t>                        </a:t>
            </a:r>
            <a:r>
              <a:rPr lang="en-IN" sz="1200" dirty="0" err="1"/>
              <a:t>Log.e</a:t>
            </a:r>
            <a:r>
              <a:rPr lang="en-IN" sz="1200" dirty="0"/>
              <a:t>(TAG, "Gallery load failed: " + </a:t>
            </a:r>
            <a:r>
              <a:rPr lang="en-IN" sz="1200" dirty="0" err="1"/>
              <a:t>e.getMessage</a:t>
            </a:r>
            <a:r>
              <a:rPr lang="en-IN" sz="1200" dirty="0"/>
              <a:t>());</a:t>
            </a:r>
          </a:p>
          <a:p>
            <a:r>
              <a:rPr lang="en-IN" sz="1200" dirty="0"/>
              <a:t>                        </a:t>
            </a:r>
            <a:r>
              <a:rPr lang="en-IN" sz="1200" dirty="0" err="1"/>
              <a:t>Toast.makeText</a:t>
            </a:r>
            <a:r>
              <a:rPr lang="en-IN" sz="1200" dirty="0"/>
              <a:t>(this, "Failed to load image", </a:t>
            </a:r>
            <a:r>
              <a:rPr lang="en-IN" sz="1200" dirty="0" err="1"/>
              <a:t>Toast.LENGTH_SHORT</a:t>
            </a:r>
            <a:r>
              <a:rPr lang="en-IN" sz="1200" dirty="0"/>
              <a:t>).show();</a:t>
            </a:r>
          </a:p>
          <a:p>
            <a:r>
              <a:rPr lang="en-IN" sz="1200" dirty="0"/>
              <a:t>                    }</a:t>
            </a:r>
          </a:p>
          <a:p>
            <a:r>
              <a:rPr lang="en-IN" sz="1200" dirty="0"/>
              <a:t>                }</a:t>
            </a:r>
          </a:p>
          <a:p>
            <a:r>
              <a:rPr lang="en-IN" sz="1200" dirty="0"/>
              <a:t>            });</a:t>
            </a:r>
          </a:p>
          <a:p>
            <a:r>
              <a:rPr lang="en-IN" sz="1200" dirty="0"/>
              <a:t>   // Load OpenCV</a:t>
            </a:r>
          </a:p>
          <a:p>
            <a:r>
              <a:rPr lang="en-IN" sz="1200" dirty="0"/>
              <a:t>    static {</a:t>
            </a:r>
          </a:p>
          <a:p>
            <a:r>
              <a:rPr lang="en-IN" sz="1200" dirty="0"/>
              <a:t>        if (!</a:t>
            </a:r>
            <a:r>
              <a:rPr lang="en-IN" sz="1200" dirty="0" err="1"/>
              <a:t>OpenCVLoader.initDebug</a:t>
            </a:r>
            <a:r>
              <a:rPr lang="en-IN" sz="1200" dirty="0"/>
              <a:t>())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Log.e</a:t>
            </a:r>
            <a:r>
              <a:rPr lang="en-IN" sz="1200" dirty="0"/>
              <a:t>("OpenCV", "OpenCV not loaded!");</a:t>
            </a:r>
          </a:p>
          <a:p>
            <a:r>
              <a:rPr lang="en-IN" sz="1200" dirty="0"/>
              <a:t>        } else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Log.d</a:t>
            </a:r>
            <a:r>
              <a:rPr lang="en-IN" sz="1200" dirty="0"/>
              <a:t>("OpenCV", "OpenCV loaded successfully!");</a:t>
            </a:r>
          </a:p>
          <a:p>
            <a:r>
              <a:rPr lang="en-IN" sz="1200" dirty="0"/>
              <a:t>        }</a:t>
            </a:r>
          </a:p>
          <a:p>
            <a:r>
              <a:rPr lang="en-IN" sz="1200" dirty="0"/>
              <a:t>    }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071848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6589EE-0497-308D-CA2C-25ED8F664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D2FDA-644C-99DD-E332-235EA11CA607}"/>
              </a:ext>
            </a:extLst>
          </p:cNvPr>
          <p:cNvSpPr txBox="1"/>
          <p:nvPr/>
        </p:nvSpPr>
        <p:spPr>
          <a:xfrm>
            <a:off x="106680" y="114300"/>
            <a:ext cx="87706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@Override</a:t>
            </a:r>
          </a:p>
          <a:p>
            <a:r>
              <a:rPr lang="en-IN" sz="1200" dirty="0"/>
              <a:t>    protected void </a:t>
            </a:r>
            <a:r>
              <a:rPr lang="en-IN" sz="1200" dirty="0" err="1"/>
              <a:t>onCreate</a:t>
            </a:r>
            <a:r>
              <a:rPr lang="en-IN" sz="1200" dirty="0"/>
              <a:t>(Bundle </a:t>
            </a:r>
            <a:r>
              <a:rPr lang="en-IN" sz="1200" dirty="0" err="1"/>
              <a:t>savedInstanceState</a:t>
            </a:r>
            <a:r>
              <a:rPr lang="en-IN" sz="1200" dirty="0"/>
              <a:t>) {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super.onCreate</a:t>
            </a:r>
            <a:r>
              <a:rPr lang="en-IN" sz="1200" dirty="0"/>
              <a:t>(</a:t>
            </a:r>
            <a:r>
              <a:rPr lang="en-IN" sz="1200" dirty="0" err="1"/>
              <a:t>savedInstanceState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setContentView</a:t>
            </a:r>
            <a:r>
              <a:rPr lang="en-IN" sz="1200" dirty="0"/>
              <a:t>(</a:t>
            </a:r>
            <a:r>
              <a:rPr lang="en-IN" sz="1200" dirty="0" err="1"/>
              <a:t>R.layout.activity_main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// test OpenCV quickly (optional)</a:t>
            </a:r>
          </a:p>
          <a:p>
            <a:r>
              <a:rPr lang="en-IN" sz="1200" dirty="0"/>
              <a:t>        try {</a:t>
            </a:r>
          </a:p>
          <a:p>
            <a:r>
              <a:rPr lang="en-IN" sz="1200" dirty="0"/>
              <a:t>            Mat </a:t>
            </a:r>
            <a:r>
              <a:rPr lang="en-IN" sz="1200" dirty="0" err="1"/>
              <a:t>testMat</a:t>
            </a:r>
            <a:r>
              <a:rPr lang="en-IN" sz="1200" dirty="0"/>
              <a:t> = new Mat(1, 1, CvType.CV_8UC1);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Log.d</a:t>
            </a:r>
            <a:r>
              <a:rPr lang="en-IN" sz="1200" dirty="0"/>
              <a:t>(TAG, "OpenCV Mat ok: " + </a:t>
            </a:r>
            <a:r>
              <a:rPr lang="en-IN" sz="1200" dirty="0" err="1"/>
              <a:t>testMat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} catch (Exception e)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Log.e</a:t>
            </a:r>
            <a:r>
              <a:rPr lang="en-IN" sz="1200" dirty="0"/>
              <a:t>(TAG, "OpenCV test failed: " + </a:t>
            </a:r>
            <a:r>
              <a:rPr lang="en-IN" sz="1200" dirty="0" err="1"/>
              <a:t>e.getMessage</a:t>
            </a:r>
            <a:r>
              <a:rPr lang="en-IN" sz="1200" dirty="0"/>
              <a:t>());</a:t>
            </a:r>
          </a:p>
          <a:p>
            <a:r>
              <a:rPr lang="en-IN" sz="1200" dirty="0"/>
              <a:t>        }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SketchProcessor.initOnnx</a:t>
            </a:r>
            <a:r>
              <a:rPr lang="en-IN" sz="1200" dirty="0"/>
              <a:t>(this); // attempt to load ONNX model</a:t>
            </a:r>
          </a:p>
          <a:p>
            <a:r>
              <a:rPr lang="en-IN" sz="1200" dirty="0"/>
              <a:t>        // find views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modeGroup</a:t>
            </a:r>
            <a:r>
              <a:rPr lang="en-IN" sz="1200" dirty="0"/>
              <a:t> = </a:t>
            </a:r>
            <a:r>
              <a:rPr lang="en-IN" sz="1200" dirty="0" err="1"/>
              <a:t>findViewById</a:t>
            </a:r>
            <a:r>
              <a:rPr lang="en-IN" sz="1200" dirty="0"/>
              <a:t>(</a:t>
            </a:r>
            <a:r>
              <a:rPr lang="en-IN" sz="1200" dirty="0" err="1"/>
              <a:t>R.id.modeGroup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inputSourceGroup</a:t>
            </a:r>
            <a:r>
              <a:rPr lang="en-IN" sz="1200" dirty="0"/>
              <a:t> = </a:t>
            </a:r>
            <a:r>
              <a:rPr lang="en-IN" sz="1200" dirty="0" err="1"/>
              <a:t>findViewById</a:t>
            </a:r>
            <a:r>
              <a:rPr lang="en-IN" sz="1200" dirty="0"/>
              <a:t>(</a:t>
            </a:r>
            <a:r>
              <a:rPr lang="en-IN" sz="1200" dirty="0" err="1"/>
              <a:t>R.id.inputSourceGroup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btnChoose</a:t>
            </a:r>
            <a:r>
              <a:rPr lang="en-IN" sz="1200" dirty="0"/>
              <a:t> = </a:t>
            </a:r>
            <a:r>
              <a:rPr lang="en-IN" sz="1200" dirty="0" err="1"/>
              <a:t>findViewById</a:t>
            </a:r>
            <a:r>
              <a:rPr lang="en-IN" sz="1200" dirty="0"/>
              <a:t>(</a:t>
            </a:r>
            <a:r>
              <a:rPr lang="en-IN" sz="1200" dirty="0" err="1"/>
              <a:t>R.id.btnChoose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btnSave</a:t>
            </a:r>
            <a:r>
              <a:rPr lang="en-IN" sz="1200" dirty="0"/>
              <a:t> = </a:t>
            </a:r>
            <a:r>
              <a:rPr lang="en-IN" sz="1200" dirty="0" err="1"/>
              <a:t>findViewById</a:t>
            </a:r>
            <a:r>
              <a:rPr lang="en-IN" sz="1200" dirty="0"/>
              <a:t>(</a:t>
            </a:r>
            <a:r>
              <a:rPr lang="en-IN" sz="1200" dirty="0" err="1"/>
              <a:t>R.id.btnSave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btnStop</a:t>
            </a:r>
            <a:r>
              <a:rPr lang="en-IN" sz="1200" dirty="0"/>
              <a:t> = </a:t>
            </a:r>
            <a:r>
              <a:rPr lang="en-IN" sz="1200" dirty="0" err="1"/>
              <a:t>findViewById</a:t>
            </a:r>
            <a:r>
              <a:rPr lang="en-IN" sz="1200" dirty="0"/>
              <a:t>(</a:t>
            </a:r>
            <a:r>
              <a:rPr lang="en-IN" sz="1200" dirty="0" err="1"/>
              <a:t>R.id.btnStop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btnCapture</a:t>
            </a:r>
            <a:r>
              <a:rPr lang="en-IN" sz="1200" dirty="0"/>
              <a:t> = </a:t>
            </a:r>
            <a:r>
              <a:rPr lang="en-IN" sz="1200" dirty="0" err="1"/>
              <a:t>findViewById</a:t>
            </a:r>
            <a:r>
              <a:rPr lang="en-IN" sz="1200" dirty="0"/>
              <a:t>(</a:t>
            </a:r>
            <a:r>
              <a:rPr lang="en-IN" sz="1200" dirty="0" err="1"/>
              <a:t>R.id.btnCapture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buttonPanel</a:t>
            </a:r>
            <a:r>
              <a:rPr lang="en-IN" sz="1200" dirty="0"/>
              <a:t> = </a:t>
            </a:r>
            <a:r>
              <a:rPr lang="en-IN" sz="1200" dirty="0" err="1"/>
              <a:t>findViewById</a:t>
            </a:r>
            <a:r>
              <a:rPr lang="en-IN" sz="1200" dirty="0"/>
              <a:t>(</a:t>
            </a:r>
            <a:r>
              <a:rPr lang="en-IN" sz="1200" dirty="0" err="1"/>
              <a:t>R.id.buttonPanel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viewPager</a:t>
            </a:r>
            <a:r>
              <a:rPr lang="en-IN" sz="1200" dirty="0"/>
              <a:t> = </a:t>
            </a:r>
            <a:r>
              <a:rPr lang="en-IN" sz="1200" dirty="0" err="1"/>
              <a:t>findViewById</a:t>
            </a:r>
            <a:r>
              <a:rPr lang="en-IN" sz="1200" dirty="0"/>
              <a:t>(</a:t>
            </a:r>
            <a:r>
              <a:rPr lang="en-IN" sz="1200" dirty="0" err="1"/>
              <a:t>R.id.viewPager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liveView</a:t>
            </a:r>
            <a:r>
              <a:rPr lang="en-IN" sz="1200" dirty="0"/>
              <a:t> = </a:t>
            </a:r>
            <a:r>
              <a:rPr lang="en-IN" sz="1200" dirty="0" err="1"/>
              <a:t>findViewById</a:t>
            </a:r>
            <a:r>
              <a:rPr lang="en-IN" sz="1200" dirty="0"/>
              <a:t>(</a:t>
            </a:r>
            <a:r>
              <a:rPr lang="en-IN" sz="1200" dirty="0" err="1"/>
              <a:t>R.id.liveView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cameraPreview</a:t>
            </a:r>
            <a:r>
              <a:rPr lang="en-IN" sz="1200" dirty="0"/>
              <a:t> = </a:t>
            </a:r>
            <a:r>
              <a:rPr lang="en-IN" sz="1200" dirty="0" err="1"/>
              <a:t>findViewById</a:t>
            </a:r>
            <a:r>
              <a:rPr lang="en-IN" sz="1200" dirty="0"/>
              <a:t>(</a:t>
            </a:r>
            <a:r>
              <a:rPr lang="en-IN" sz="1200" dirty="0" err="1"/>
              <a:t>R.id.cameraPreview</a:t>
            </a:r>
            <a:r>
              <a:rPr lang="en-IN" sz="1200" dirty="0"/>
              <a:t>);</a:t>
            </a:r>
          </a:p>
          <a:p>
            <a:r>
              <a:rPr lang="en-IN" sz="1200" dirty="0"/>
              <a:t>       adapter= new </a:t>
            </a:r>
            <a:r>
              <a:rPr lang="en-IN" sz="1200" dirty="0" err="1"/>
              <a:t>ImageAdapter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viewPager.setAdapter</a:t>
            </a:r>
            <a:r>
              <a:rPr lang="en-IN" sz="1200" dirty="0"/>
              <a:t>(adapter);</a:t>
            </a:r>
          </a:p>
          <a:p>
            <a:r>
              <a:rPr lang="en-IN" sz="1200" dirty="0"/>
              <a:t>       </a:t>
            </a:r>
            <a:r>
              <a:rPr lang="en-IN" sz="1200" dirty="0" err="1"/>
              <a:t>cameraExecutor</a:t>
            </a:r>
            <a:r>
              <a:rPr lang="en-IN" sz="1200" dirty="0"/>
              <a:t> = </a:t>
            </a:r>
            <a:r>
              <a:rPr lang="en-IN" sz="1200" dirty="0" err="1"/>
              <a:t>Executors.newSingleThreadExecutor</a:t>
            </a:r>
            <a:r>
              <a:rPr lang="en-IN" sz="1200" dirty="0"/>
              <a:t>();</a:t>
            </a:r>
          </a:p>
          <a:p>
            <a:br>
              <a:rPr lang="en-IN" sz="1200" dirty="0"/>
            </a:br>
            <a:endParaRPr lang="en-IN" sz="1200" dirty="0"/>
          </a:p>
          <a:p>
            <a:r>
              <a:rPr lang="en-IN" sz="1200" dirty="0"/>
              <a:t>       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33992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D72413-A36B-A9B9-D96B-90B59B59E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419DDC-0F10-0215-1811-D4C067B5345F}"/>
              </a:ext>
            </a:extLst>
          </p:cNvPr>
          <p:cNvSpPr txBox="1"/>
          <p:nvPr/>
        </p:nvSpPr>
        <p:spPr>
          <a:xfrm>
            <a:off x="152400" y="152400"/>
            <a:ext cx="88773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// Mode selection listener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modeGroup.setOnCheckedChangeListener</a:t>
            </a:r>
            <a:r>
              <a:rPr lang="en-IN" sz="1200" dirty="0"/>
              <a:t>((group, </a:t>
            </a:r>
            <a:r>
              <a:rPr lang="en-IN" sz="1200" dirty="0" err="1"/>
              <a:t>checkedId</a:t>
            </a:r>
            <a:r>
              <a:rPr lang="en-IN" sz="1200" dirty="0"/>
              <a:t>) -&gt;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RadioButton</a:t>
            </a:r>
            <a:r>
              <a:rPr lang="en-IN" sz="1200" dirty="0"/>
              <a:t> </a:t>
            </a:r>
            <a:r>
              <a:rPr lang="en-IN" sz="1200" dirty="0" err="1"/>
              <a:t>rb</a:t>
            </a:r>
            <a:r>
              <a:rPr lang="en-IN" sz="1200" dirty="0"/>
              <a:t> = </a:t>
            </a:r>
            <a:r>
              <a:rPr lang="en-IN" sz="1200" dirty="0" err="1"/>
              <a:t>findViewById</a:t>
            </a:r>
            <a:r>
              <a:rPr lang="en-IN" sz="1200" dirty="0"/>
              <a:t>(</a:t>
            </a:r>
            <a:r>
              <a:rPr lang="en-IN" sz="1200" dirty="0" err="1"/>
              <a:t>checkedId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if (</a:t>
            </a:r>
            <a:r>
              <a:rPr lang="en-IN" sz="1200" dirty="0" err="1"/>
              <a:t>rb</a:t>
            </a:r>
            <a:r>
              <a:rPr lang="en-IN" sz="1200" dirty="0"/>
              <a:t> != null) {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currentMode</a:t>
            </a:r>
            <a:r>
              <a:rPr lang="en-IN" sz="1200" dirty="0"/>
              <a:t> = </a:t>
            </a:r>
            <a:r>
              <a:rPr lang="en-IN" sz="1200" dirty="0" err="1"/>
              <a:t>rb.getText</a:t>
            </a:r>
            <a:r>
              <a:rPr lang="en-IN" sz="1200" dirty="0"/>
              <a:t>().</a:t>
            </a:r>
            <a:r>
              <a:rPr lang="en-IN" sz="1200" dirty="0" err="1"/>
              <a:t>toString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Log.d</a:t>
            </a:r>
            <a:r>
              <a:rPr lang="en-IN" sz="1200" dirty="0"/>
              <a:t>(TAG, "Mode selected: " + </a:t>
            </a:r>
            <a:r>
              <a:rPr lang="en-IN" sz="1200" dirty="0" err="1"/>
              <a:t>currentMode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}</a:t>
            </a:r>
          </a:p>
          <a:p>
            <a:r>
              <a:rPr lang="en-IN" sz="1200" dirty="0"/>
              <a:t>        });</a:t>
            </a:r>
          </a:p>
          <a:p>
            <a:r>
              <a:rPr lang="en-IN" sz="1200" dirty="0"/>
              <a:t>        // Choose button (handles upload / capture binding / live start)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btnChoose.setOnClickListener</a:t>
            </a:r>
            <a:r>
              <a:rPr lang="en-IN" sz="1200" dirty="0"/>
              <a:t>(v -&gt; {</a:t>
            </a:r>
          </a:p>
          <a:p>
            <a:r>
              <a:rPr lang="en-IN" sz="1200" dirty="0"/>
              <a:t>            int checked = </a:t>
            </a:r>
            <a:r>
              <a:rPr lang="en-IN" sz="1200" dirty="0" err="1"/>
              <a:t>inputSourceGroup.getCheckedRadioButtonId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if (checked == </a:t>
            </a:r>
            <a:r>
              <a:rPr lang="en-IN" sz="1200" dirty="0" err="1"/>
              <a:t>R.id.radioUpload</a:t>
            </a:r>
            <a:r>
              <a:rPr lang="en-IN" sz="1200" dirty="0"/>
              <a:t>) {</a:t>
            </a:r>
          </a:p>
          <a:p>
            <a:r>
              <a:rPr lang="en-IN" sz="1200" dirty="0"/>
              <a:t>                // launch gallery</a:t>
            </a:r>
          </a:p>
          <a:p>
            <a:r>
              <a:rPr lang="en-IN" sz="1200" dirty="0"/>
              <a:t>                Intent </a:t>
            </a:r>
            <a:r>
              <a:rPr lang="en-IN" sz="1200" dirty="0" err="1"/>
              <a:t>intent</a:t>
            </a:r>
            <a:r>
              <a:rPr lang="en-IN" sz="1200" dirty="0"/>
              <a:t> = new Intent(</a:t>
            </a:r>
            <a:r>
              <a:rPr lang="en-IN" sz="1200" dirty="0" err="1"/>
              <a:t>Intent.ACTION_PICK</a:t>
            </a:r>
            <a:r>
              <a:rPr lang="en-IN" sz="1200" dirty="0"/>
              <a:t>, </a:t>
            </a:r>
            <a:r>
              <a:rPr lang="en-IN" sz="1200" dirty="0" err="1"/>
              <a:t>MediaStore.Images.Media.EXTERNAL_CONTENT_URI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galleryLauncher.launch</a:t>
            </a:r>
            <a:r>
              <a:rPr lang="en-IN" sz="1200" dirty="0"/>
              <a:t>(intent);</a:t>
            </a:r>
          </a:p>
          <a:p>
            <a:r>
              <a:rPr lang="en-IN" sz="1200" dirty="0"/>
              <a:t>            } else if (checked == </a:t>
            </a:r>
            <a:r>
              <a:rPr lang="en-IN" sz="1200" dirty="0" err="1"/>
              <a:t>R.id.radioCapture</a:t>
            </a:r>
            <a:r>
              <a:rPr lang="en-IN" sz="1200" dirty="0"/>
              <a:t>) {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startCameraForCapture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} else if (checked == </a:t>
            </a:r>
            <a:r>
              <a:rPr lang="en-IN" sz="1200" dirty="0" err="1"/>
              <a:t>R.id.radioLive</a:t>
            </a:r>
            <a:r>
              <a:rPr lang="en-IN" sz="1200" dirty="0"/>
              <a:t>) {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startLiveCamera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} else {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Toast.makeText</a:t>
            </a:r>
            <a:r>
              <a:rPr lang="en-IN" sz="1200" dirty="0"/>
              <a:t>(this, "Select a source first", </a:t>
            </a:r>
            <a:r>
              <a:rPr lang="en-IN" sz="1200" dirty="0" err="1"/>
              <a:t>Toast.LENGTH_SHORT</a:t>
            </a:r>
            <a:r>
              <a:rPr lang="en-IN" sz="1200" dirty="0"/>
              <a:t>).show();</a:t>
            </a:r>
          </a:p>
          <a:p>
            <a:r>
              <a:rPr lang="en-IN" sz="1200" dirty="0"/>
              <a:t>            }</a:t>
            </a:r>
          </a:p>
          <a:p>
            <a:r>
              <a:rPr lang="en-IN" sz="1200" dirty="0"/>
              <a:t>        });</a:t>
            </a:r>
            <a:endParaRPr lang="en-IN" dirty="0"/>
          </a:p>
          <a:p>
            <a:r>
              <a:rPr lang="en-IN" dirty="0"/>
              <a:t>        </a:t>
            </a:r>
            <a:r>
              <a:rPr lang="en-IN" sz="1200" dirty="0"/>
              <a:t>// Save processed image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btnSave.setOnClickListener</a:t>
            </a:r>
            <a:r>
              <a:rPr lang="en-IN" sz="1200" dirty="0"/>
              <a:t>(v -&gt; {</a:t>
            </a:r>
          </a:p>
          <a:p>
            <a:r>
              <a:rPr lang="en-IN" sz="1200" dirty="0"/>
              <a:t>            if (</a:t>
            </a:r>
            <a:r>
              <a:rPr lang="en-IN" sz="1200" dirty="0" err="1"/>
              <a:t>processedBitmap</a:t>
            </a:r>
            <a:r>
              <a:rPr lang="en-IN" sz="1200" dirty="0"/>
              <a:t> == null) {</a:t>
            </a:r>
          </a:p>
        </p:txBody>
      </p:sp>
    </p:spTree>
    <p:extLst>
      <p:ext uri="{BB962C8B-B14F-4D97-AF65-F5344CB8AC3E}">
        <p14:creationId xmlns:p14="http://schemas.microsoft.com/office/powerpoint/2010/main" val="3333487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A9F783-CF3D-BC6B-FC38-718136424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AECC4-F436-4570-B3D1-B7FF7A646575}"/>
              </a:ext>
            </a:extLst>
          </p:cNvPr>
          <p:cNvSpPr txBox="1"/>
          <p:nvPr/>
        </p:nvSpPr>
        <p:spPr>
          <a:xfrm>
            <a:off x="129540" y="129540"/>
            <a:ext cx="88849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err="1"/>
              <a:t>Toast.makeText</a:t>
            </a:r>
            <a:r>
              <a:rPr lang="en-IN" sz="1200" dirty="0"/>
              <a:t>(this, "No processed image to save", </a:t>
            </a:r>
            <a:r>
              <a:rPr lang="en-IN" sz="1200" dirty="0" err="1"/>
              <a:t>Toast.LENGTH_SHORT</a:t>
            </a:r>
            <a:r>
              <a:rPr lang="en-IN" sz="1200" dirty="0"/>
              <a:t>).show();</a:t>
            </a:r>
          </a:p>
          <a:p>
            <a:r>
              <a:rPr lang="en-IN" sz="1200" dirty="0"/>
              <a:t>                return;</a:t>
            </a:r>
          </a:p>
          <a:p>
            <a:r>
              <a:rPr lang="en-IN" sz="1200" dirty="0"/>
              <a:t>            }</a:t>
            </a:r>
          </a:p>
          <a:p>
            <a:r>
              <a:rPr lang="en-IN" sz="1200" dirty="0"/>
              <a:t>            Uri </a:t>
            </a:r>
            <a:r>
              <a:rPr lang="en-IN" sz="1200" dirty="0" err="1"/>
              <a:t>uri</a:t>
            </a:r>
            <a:r>
              <a:rPr lang="en-IN" sz="1200" dirty="0"/>
              <a:t> = </a:t>
            </a:r>
            <a:r>
              <a:rPr lang="en-IN" sz="1200" dirty="0" err="1"/>
              <a:t>ImageUtils.saveBitmapToGallery</a:t>
            </a:r>
            <a:r>
              <a:rPr lang="en-IN" sz="1200" dirty="0"/>
              <a:t>(this, </a:t>
            </a:r>
            <a:r>
              <a:rPr lang="en-IN" sz="1200" dirty="0" err="1"/>
              <a:t>processedBitmap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if (</a:t>
            </a:r>
            <a:r>
              <a:rPr lang="en-IN" sz="1200" dirty="0" err="1"/>
              <a:t>uri</a:t>
            </a:r>
            <a:r>
              <a:rPr lang="en-IN" sz="1200" dirty="0"/>
              <a:t> != null) {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Toast.makeText</a:t>
            </a:r>
            <a:r>
              <a:rPr lang="en-IN" sz="1200" dirty="0"/>
              <a:t>(this, "Saved to Gallery", </a:t>
            </a:r>
            <a:r>
              <a:rPr lang="en-IN" sz="1200" dirty="0" err="1"/>
              <a:t>Toast.LENGTH_SHORT</a:t>
            </a:r>
            <a:r>
              <a:rPr lang="en-IN" sz="1200" dirty="0"/>
              <a:t>).show();</a:t>
            </a:r>
          </a:p>
          <a:p>
            <a:r>
              <a:rPr lang="en-IN" sz="1200" dirty="0"/>
              <a:t>            } else {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Toast.makeText</a:t>
            </a:r>
            <a:r>
              <a:rPr lang="en-IN" sz="1200" dirty="0"/>
              <a:t>(this, "Save failed", </a:t>
            </a:r>
            <a:r>
              <a:rPr lang="en-IN" sz="1200" dirty="0" err="1"/>
              <a:t>Toast.LENGTH_SHORT</a:t>
            </a:r>
            <a:r>
              <a:rPr lang="en-IN" sz="1200" dirty="0"/>
              <a:t>).show();</a:t>
            </a:r>
          </a:p>
          <a:p>
            <a:r>
              <a:rPr lang="en-IN" sz="1200" dirty="0"/>
              <a:t>            }</a:t>
            </a:r>
          </a:p>
          <a:p>
            <a:r>
              <a:rPr lang="en-IN" sz="1200" dirty="0"/>
              <a:t>        });</a:t>
            </a:r>
          </a:p>
          <a:p>
            <a:r>
              <a:rPr lang="en-IN" sz="1200" dirty="0"/>
              <a:t>        // Stop live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btnStop.setOnClickListener</a:t>
            </a:r>
            <a:r>
              <a:rPr lang="en-IN" sz="1200" dirty="0"/>
              <a:t>(v -&gt; </a:t>
            </a:r>
            <a:r>
              <a:rPr lang="en-IN" sz="1200" dirty="0" err="1"/>
              <a:t>stopLiveCamera</a:t>
            </a:r>
            <a:r>
              <a:rPr lang="en-IN" sz="1200" dirty="0"/>
              <a:t>());</a:t>
            </a:r>
          </a:p>
          <a:p>
            <a:r>
              <a:rPr lang="en-IN" sz="1200" dirty="0"/>
              <a:t>        // Capture snapshot when preview bound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btnCapture.setOnClickListener</a:t>
            </a:r>
            <a:r>
              <a:rPr lang="en-IN" sz="1200" dirty="0"/>
              <a:t>(v -&gt; </a:t>
            </a:r>
            <a:r>
              <a:rPr lang="en-IN" sz="1200" dirty="0" err="1"/>
              <a:t>captureImage</a:t>
            </a:r>
            <a:r>
              <a:rPr lang="en-IN" sz="1200" dirty="0"/>
              <a:t>());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    // ----------- Capture Mode binding -----------</a:t>
            </a:r>
          </a:p>
          <a:p>
            <a:r>
              <a:rPr lang="en-IN" sz="1200" dirty="0"/>
              <a:t>    private void </a:t>
            </a:r>
            <a:r>
              <a:rPr lang="en-IN" sz="1200" dirty="0" err="1"/>
              <a:t>startCameraForCapture</a:t>
            </a:r>
            <a:r>
              <a:rPr lang="en-IN" sz="1200" dirty="0"/>
              <a:t>() {</a:t>
            </a:r>
          </a:p>
          <a:p>
            <a:r>
              <a:rPr lang="en-IN" sz="1200" dirty="0"/>
              <a:t>        if (!</a:t>
            </a:r>
            <a:r>
              <a:rPr lang="en-IN" sz="1200" dirty="0" err="1"/>
              <a:t>allPermissionsGranted</a:t>
            </a:r>
            <a:r>
              <a:rPr lang="en-IN" sz="1200" dirty="0"/>
              <a:t>())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ActivityCompat.requestPermissions</a:t>
            </a:r>
            <a:r>
              <a:rPr lang="en-IN" sz="1200" dirty="0"/>
              <a:t>(this, new String[]{</a:t>
            </a:r>
            <a:r>
              <a:rPr lang="en-IN" sz="1200" dirty="0" err="1"/>
              <a:t>Manifest.permission.CAMERA</a:t>
            </a:r>
            <a:r>
              <a:rPr lang="en-IN" sz="1200" dirty="0"/>
              <a:t>}, 101);</a:t>
            </a:r>
          </a:p>
          <a:p>
            <a:r>
              <a:rPr lang="en-IN" sz="1200" dirty="0"/>
              <a:t>            return;</a:t>
            </a:r>
          </a:p>
          <a:p>
            <a:r>
              <a:rPr lang="en-IN" sz="1200" dirty="0"/>
              <a:t>        }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ListenableFuture</a:t>
            </a:r>
            <a:r>
              <a:rPr lang="en-IN" sz="1200" dirty="0"/>
              <a:t>&lt;</a:t>
            </a:r>
            <a:r>
              <a:rPr lang="en-IN" sz="1200" dirty="0" err="1"/>
              <a:t>ProcessCameraProvider</a:t>
            </a:r>
            <a:r>
              <a:rPr lang="en-IN" sz="1200" dirty="0"/>
              <a:t>&gt; </a:t>
            </a:r>
            <a:r>
              <a:rPr lang="en-IN" sz="1200" dirty="0" err="1"/>
              <a:t>cameraProviderFuture</a:t>
            </a:r>
            <a:r>
              <a:rPr lang="en-IN" sz="1200" dirty="0"/>
              <a:t> = </a:t>
            </a:r>
            <a:r>
              <a:rPr lang="en-IN" sz="1200" dirty="0" err="1"/>
              <a:t>ProcessCameraProvider.getInstance</a:t>
            </a:r>
            <a:r>
              <a:rPr lang="en-IN" sz="1200" dirty="0"/>
              <a:t>(this);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cameraProviderFuture.addListener</a:t>
            </a:r>
            <a:r>
              <a:rPr lang="en-IN" sz="1200" dirty="0"/>
              <a:t>(() -&gt; {</a:t>
            </a:r>
          </a:p>
          <a:p>
            <a:r>
              <a:rPr lang="en-IN" sz="1200" dirty="0"/>
              <a:t>            try {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cameraProvider</a:t>
            </a:r>
            <a:r>
              <a:rPr lang="en-IN" sz="1200" dirty="0"/>
              <a:t> = </a:t>
            </a:r>
            <a:r>
              <a:rPr lang="en-IN" sz="1200" dirty="0" err="1"/>
              <a:t>cameraProviderFuture.get</a:t>
            </a:r>
            <a:r>
              <a:rPr lang="en-IN" sz="1200" dirty="0"/>
              <a:t>();</a:t>
            </a:r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354623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E1CDED-BE0B-997B-871E-7E66E668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9A704-610A-8709-4A04-60E46AE52D83}"/>
              </a:ext>
            </a:extLst>
          </p:cNvPr>
          <p:cNvSpPr txBox="1"/>
          <p:nvPr/>
        </p:nvSpPr>
        <p:spPr>
          <a:xfrm>
            <a:off x="205740" y="137160"/>
            <a:ext cx="873252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err="1"/>
              <a:t>CameraSelector</a:t>
            </a:r>
            <a:r>
              <a:rPr lang="en-IN" sz="1200" dirty="0"/>
              <a:t> </a:t>
            </a:r>
            <a:r>
              <a:rPr lang="en-IN" sz="1200" dirty="0" err="1"/>
              <a:t>cameraSelector</a:t>
            </a:r>
            <a:r>
              <a:rPr lang="en-IN" sz="1200" dirty="0"/>
              <a:t> = new </a:t>
            </a:r>
            <a:r>
              <a:rPr lang="en-IN" sz="1200" dirty="0" err="1"/>
              <a:t>CameraSelector.Builder</a:t>
            </a:r>
            <a:r>
              <a:rPr lang="en-IN" sz="1200" dirty="0"/>
              <a:t>()</a:t>
            </a:r>
          </a:p>
          <a:p>
            <a:r>
              <a:rPr lang="en-IN" sz="1200" dirty="0"/>
              <a:t>                        .</a:t>
            </a:r>
            <a:r>
              <a:rPr lang="en-IN" sz="1200" dirty="0" err="1"/>
              <a:t>requireLensFacing</a:t>
            </a:r>
            <a:r>
              <a:rPr lang="en-IN" sz="1200" dirty="0"/>
              <a:t>(</a:t>
            </a:r>
            <a:r>
              <a:rPr lang="en-IN" sz="1200" dirty="0" err="1"/>
              <a:t>CameraSelector.LENS_FACING_BACK</a:t>
            </a:r>
            <a:r>
              <a:rPr lang="en-IN" sz="1200" dirty="0"/>
              <a:t>).build();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imageCapture</a:t>
            </a:r>
            <a:r>
              <a:rPr lang="en-IN" sz="1200" dirty="0"/>
              <a:t> = new </a:t>
            </a:r>
            <a:r>
              <a:rPr lang="en-IN" sz="1200" dirty="0" err="1"/>
              <a:t>ImageCapture.Builder</a:t>
            </a:r>
            <a:r>
              <a:rPr lang="en-IN" sz="1200" dirty="0"/>
              <a:t>().build();</a:t>
            </a:r>
          </a:p>
          <a:p>
            <a:r>
              <a:rPr lang="en-IN" sz="1200" dirty="0"/>
              <a:t>                Preview </a:t>
            </a:r>
            <a:r>
              <a:rPr lang="en-IN" sz="1200" dirty="0" err="1"/>
              <a:t>preview</a:t>
            </a:r>
            <a:r>
              <a:rPr lang="en-IN" sz="1200" dirty="0"/>
              <a:t> = new </a:t>
            </a:r>
            <a:r>
              <a:rPr lang="en-IN" sz="1200" dirty="0" err="1"/>
              <a:t>Preview.Builder</a:t>
            </a:r>
            <a:r>
              <a:rPr lang="en-IN" sz="1200" dirty="0"/>
              <a:t>().build();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preview.setSurfaceProvider</a:t>
            </a:r>
            <a:r>
              <a:rPr lang="en-IN" sz="1200" dirty="0"/>
              <a:t>(</a:t>
            </a:r>
            <a:r>
              <a:rPr lang="en-IN" sz="1200" dirty="0" err="1"/>
              <a:t>cameraPreview.getSurfaceProvider</a:t>
            </a:r>
            <a:r>
              <a:rPr lang="en-IN" sz="1200" dirty="0"/>
              <a:t>());</a:t>
            </a:r>
          </a:p>
          <a:p>
            <a:r>
              <a:rPr lang="en-IN" sz="1200" dirty="0"/>
              <a:t>               </a:t>
            </a:r>
            <a:r>
              <a:rPr lang="en-IN" sz="1200" dirty="0" err="1"/>
              <a:t>cameraProvider.unbindAll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cameraProvider.bindToLifecycle</a:t>
            </a:r>
            <a:r>
              <a:rPr lang="en-IN" sz="1200" dirty="0"/>
              <a:t>(this, </a:t>
            </a:r>
            <a:r>
              <a:rPr lang="en-IN" sz="1200" dirty="0" err="1"/>
              <a:t>cameraSelector</a:t>
            </a:r>
            <a:r>
              <a:rPr lang="en-IN" sz="1200" dirty="0"/>
              <a:t>, preview, </a:t>
            </a:r>
            <a:r>
              <a:rPr lang="en-IN" sz="1200" dirty="0" err="1"/>
              <a:t>imageCapture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// Show preview + capture button; hide other UI to avoid overlap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cameraPreview.setVisibility</a:t>
            </a:r>
            <a:r>
              <a:rPr lang="en-IN" sz="1200" dirty="0"/>
              <a:t>(</a:t>
            </a:r>
            <a:r>
              <a:rPr lang="en-IN" sz="1200" dirty="0" err="1"/>
              <a:t>View.VISIBLE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liveView.setVisibility</a:t>
            </a:r>
            <a:r>
              <a:rPr lang="en-IN" sz="1200" dirty="0"/>
              <a:t>(</a:t>
            </a:r>
            <a:r>
              <a:rPr lang="en-IN" sz="1200" dirty="0" err="1"/>
              <a:t>View.GONE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viewPager.setVisibility</a:t>
            </a:r>
            <a:r>
              <a:rPr lang="en-IN" sz="1200" dirty="0"/>
              <a:t>(</a:t>
            </a:r>
            <a:r>
              <a:rPr lang="en-IN" sz="1200" dirty="0" err="1"/>
              <a:t>View.GONE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buttonPanel.setVisibility</a:t>
            </a:r>
            <a:r>
              <a:rPr lang="en-IN" sz="1200" dirty="0"/>
              <a:t>(</a:t>
            </a:r>
            <a:r>
              <a:rPr lang="en-IN" sz="1200" dirty="0" err="1"/>
              <a:t>View.VISIBLE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btnCapture.setVisibility</a:t>
            </a:r>
            <a:r>
              <a:rPr lang="en-IN" sz="1200" dirty="0"/>
              <a:t>(</a:t>
            </a:r>
            <a:r>
              <a:rPr lang="en-IN" sz="1200" dirty="0" err="1"/>
              <a:t>View.VISIBLE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btnChoose.setVisibility</a:t>
            </a:r>
            <a:r>
              <a:rPr lang="en-IN" sz="1200" dirty="0"/>
              <a:t>(</a:t>
            </a:r>
            <a:r>
              <a:rPr lang="en-IN" sz="1200" dirty="0" err="1"/>
              <a:t>View.GONE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btnSave.setVisibility</a:t>
            </a:r>
            <a:r>
              <a:rPr lang="en-IN" sz="1200" dirty="0"/>
              <a:t>(</a:t>
            </a:r>
            <a:r>
              <a:rPr lang="en-IN" sz="1200" dirty="0" err="1"/>
              <a:t>View.GONE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btnStop.setVisibility</a:t>
            </a:r>
            <a:r>
              <a:rPr lang="en-IN" sz="1200" dirty="0"/>
              <a:t>(</a:t>
            </a:r>
            <a:r>
              <a:rPr lang="en-IN" sz="1200" dirty="0" err="1"/>
              <a:t>View.GONE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} catch (Exception e) {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Log.e</a:t>
            </a:r>
            <a:r>
              <a:rPr lang="en-IN" sz="1200" dirty="0"/>
              <a:t>(TAG, "</a:t>
            </a:r>
            <a:r>
              <a:rPr lang="en-IN" sz="1200" dirty="0" err="1"/>
              <a:t>startCameraForCapture</a:t>
            </a:r>
            <a:r>
              <a:rPr lang="en-IN" sz="1200" dirty="0"/>
              <a:t> error: " + </a:t>
            </a:r>
            <a:r>
              <a:rPr lang="en-IN" sz="1200" dirty="0" err="1"/>
              <a:t>e.getMessage</a:t>
            </a:r>
            <a:r>
              <a:rPr lang="en-IN" sz="1200" dirty="0"/>
              <a:t>());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Toast.makeText</a:t>
            </a:r>
            <a:r>
              <a:rPr lang="en-IN" sz="1200" dirty="0"/>
              <a:t>(this, "Camera failed to start for capture", </a:t>
            </a:r>
            <a:r>
              <a:rPr lang="en-IN" sz="1200" dirty="0" err="1"/>
              <a:t>Toast.LENGTH_SHORT</a:t>
            </a:r>
            <a:r>
              <a:rPr lang="en-IN" sz="1200" dirty="0"/>
              <a:t>).show();</a:t>
            </a:r>
          </a:p>
          <a:p>
            <a:r>
              <a:rPr lang="en-IN" sz="1200" dirty="0"/>
              <a:t>            }</a:t>
            </a:r>
          </a:p>
          <a:p>
            <a:r>
              <a:rPr lang="en-IN" sz="1200" dirty="0"/>
              <a:t>        }, </a:t>
            </a:r>
            <a:r>
              <a:rPr lang="en-IN" sz="1200" dirty="0" err="1"/>
              <a:t>ContextCompat.getMainExecutor</a:t>
            </a:r>
            <a:r>
              <a:rPr lang="en-IN" sz="1200" dirty="0"/>
              <a:t>(this));</a:t>
            </a:r>
          </a:p>
          <a:p>
            <a:r>
              <a:rPr lang="en-IN" sz="1200" dirty="0"/>
              <a:t>    }</a:t>
            </a:r>
          </a:p>
          <a:p>
            <a:r>
              <a:rPr lang="en-US" sz="1200" dirty="0"/>
              <a:t>private void </a:t>
            </a:r>
            <a:r>
              <a:rPr lang="en-US" sz="1200" dirty="0" err="1"/>
              <a:t>captureImage</a:t>
            </a:r>
            <a:r>
              <a:rPr lang="en-US" sz="1200" dirty="0"/>
              <a:t>() {</a:t>
            </a:r>
          </a:p>
          <a:p>
            <a:r>
              <a:rPr lang="en-US" sz="1200" dirty="0"/>
              <a:t>        if (</a:t>
            </a:r>
            <a:r>
              <a:rPr lang="en-US" sz="1200" dirty="0" err="1"/>
              <a:t>imageCapture</a:t>
            </a:r>
            <a:r>
              <a:rPr lang="en-US" sz="1200" dirty="0"/>
              <a:t> == null) {</a:t>
            </a:r>
          </a:p>
          <a:p>
            <a:r>
              <a:rPr lang="en-US" sz="1200" dirty="0"/>
              <a:t>            </a:t>
            </a:r>
            <a:r>
              <a:rPr lang="en-US" sz="1200" dirty="0" err="1"/>
              <a:t>Toast.makeText</a:t>
            </a:r>
            <a:r>
              <a:rPr lang="en-US" sz="1200" dirty="0"/>
              <a:t>(this, "Camera not ready", </a:t>
            </a:r>
            <a:r>
              <a:rPr lang="en-US" sz="1200" dirty="0" err="1"/>
              <a:t>Toast.LENGTH_SHORT</a:t>
            </a:r>
            <a:r>
              <a:rPr lang="en-US" sz="1200" dirty="0"/>
              <a:t>).show();</a:t>
            </a:r>
          </a:p>
          <a:p>
            <a:r>
              <a:rPr lang="en-US" sz="1200" dirty="0"/>
              <a:t>            return;</a:t>
            </a:r>
          </a:p>
          <a:p>
            <a:r>
              <a:rPr lang="en-US" sz="1200" dirty="0"/>
              <a:t>        }</a:t>
            </a:r>
          </a:p>
          <a:p>
            <a:endParaRPr lang="en-IN" sz="1200" dirty="0"/>
          </a:p>
          <a:p>
            <a:br>
              <a:rPr lang="en-IN" sz="1200" dirty="0"/>
            </a:br>
            <a:endParaRPr lang="en-IN" sz="1200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891968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97F07F-9119-1DB8-443B-2F20044B2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6125DE-07C9-A195-D00C-60F082FE89E7}"/>
              </a:ext>
            </a:extLst>
          </p:cNvPr>
          <p:cNvSpPr txBox="1"/>
          <p:nvPr/>
        </p:nvSpPr>
        <p:spPr>
          <a:xfrm>
            <a:off x="106680" y="106680"/>
            <a:ext cx="88620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err="1"/>
              <a:t>imageCapture.takePicture</a:t>
            </a:r>
            <a:r>
              <a:rPr lang="en-IN" sz="1200" dirty="0"/>
              <a:t>(</a:t>
            </a:r>
            <a:r>
              <a:rPr lang="en-IN" sz="1200" dirty="0" err="1"/>
              <a:t>ContextCompat.getMainExecutor</a:t>
            </a:r>
            <a:r>
              <a:rPr lang="en-IN" sz="1200" dirty="0"/>
              <a:t>(this),</a:t>
            </a:r>
          </a:p>
          <a:p>
            <a:r>
              <a:rPr lang="en-IN" sz="1200" dirty="0"/>
              <a:t>                new </a:t>
            </a:r>
            <a:r>
              <a:rPr lang="en-IN" sz="1200" dirty="0" err="1"/>
              <a:t>ImageCapture.OnImageCapturedCallback</a:t>
            </a:r>
            <a:r>
              <a:rPr lang="en-IN" sz="1200" dirty="0"/>
              <a:t>() {</a:t>
            </a:r>
          </a:p>
          <a:p>
            <a:r>
              <a:rPr lang="en-IN" sz="1200" dirty="0"/>
              <a:t>                    @Override</a:t>
            </a:r>
          </a:p>
          <a:p>
            <a:r>
              <a:rPr lang="en-IN" sz="1200" dirty="0"/>
              <a:t>                    public void </a:t>
            </a:r>
            <a:r>
              <a:rPr lang="en-IN" sz="1200" dirty="0" err="1"/>
              <a:t>onCaptureSuccess</a:t>
            </a:r>
            <a:r>
              <a:rPr lang="en-IN" sz="1200" dirty="0"/>
              <a:t>(@NonNull </a:t>
            </a:r>
            <a:r>
              <a:rPr lang="en-IN" sz="1200" dirty="0" err="1"/>
              <a:t>ImageProxy</a:t>
            </a:r>
            <a:r>
              <a:rPr lang="en-IN" sz="1200" dirty="0"/>
              <a:t> image) {</a:t>
            </a:r>
          </a:p>
          <a:p>
            <a:r>
              <a:rPr lang="en-IN" sz="1200" dirty="0"/>
              <a:t>                        Bitmap bmp = </a:t>
            </a:r>
            <a:r>
              <a:rPr lang="en-IN" sz="1200" dirty="0" err="1"/>
              <a:t>ImageUtils.imageProxyToBitmap</a:t>
            </a:r>
            <a:r>
              <a:rPr lang="en-IN" sz="1200" dirty="0"/>
              <a:t>(image);</a:t>
            </a:r>
          </a:p>
          <a:p>
            <a:r>
              <a:rPr lang="en-IN" sz="1200" dirty="0"/>
              <a:t>                        </a:t>
            </a:r>
            <a:r>
              <a:rPr lang="en-IN" sz="1200" dirty="0" err="1"/>
              <a:t>image.close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        if (bmp != null) {</a:t>
            </a:r>
          </a:p>
          <a:p>
            <a:r>
              <a:rPr lang="en-IN" sz="1200" dirty="0"/>
              <a:t>                            </a:t>
            </a:r>
            <a:r>
              <a:rPr lang="en-IN" sz="1200" dirty="0" err="1"/>
              <a:t>originalBitmap</a:t>
            </a:r>
            <a:r>
              <a:rPr lang="en-IN" sz="1200" dirty="0"/>
              <a:t> = bmp;</a:t>
            </a:r>
          </a:p>
          <a:p>
            <a:r>
              <a:rPr lang="en-IN" sz="1200" dirty="0"/>
              <a:t>                            </a:t>
            </a:r>
            <a:r>
              <a:rPr lang="en-IN" sz="1200" dirty="0" err="1"/>
              <a:t>processAndDisplay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        } else {</a:t>
            </a:r>
          </a:p>
          <a:p>
            <a:r>
              <a:rPr lang="en-IN" sz="1200" dirty="0"/>
              <a:t>                            </a:t>
            </a:r>
            <a:r>
              <a:rPr lang="en-IN" sz="1200" dirty="0" err="1"/>
              <a:t>Toast.makeText</a:t>
            </a:r>
            <a:r>
              <a:rPr lang="en-IN" sz="1200" dirty="0"/>
              <a:t>(</a:t>
            </a:r>
            <a:r>
              <a:rPr lang="en-IN" sz="1200" dirty="0" err="1"/>
              <a:t>MainActivity.this</a:t>
            </a:r>
            <a:r>
              <a:rPr lang="en-IN" sz="1200" dirty="0"/>
              <a:t>, "Capture returned empty bitmap", </a:t>
            </a:r>
            <a:r>
              <a:rPr lang="en-IN" sz="1200" dirty="0" err="1"/>
              <a:t>Toast.LENGTH_SHORT</a:t>
            </a:r>
            <a:r>
              <a:rPr lang="en-IN" sz="1200" dirty="0"/>
              <a:t>).show();</a:t>
            </a:r>
          </a:p>
          <a:p>
            <a:r>
              <a:rPr lang="en-IN" sz="1200" dirty="0"/>
              <a:t>                        }</a:t>
            </a:r>
          </a:p>
          <a:p>
            <a:r>
              <a:rPr lang="en-IN" sz="1200" dirty="0"/>
              <a:t>                        // restore UI</a:t>
            </a:r>
          </a:p>
          <a:p>
            <a:r>
              <a:rPr lang="en-IN" sz="1200" dirty="0"/>
              <a:t>                        </a:t>
            </a:r>
            <a:r>
              <a:rPr lang="en-IN" sz="1200" dirty="0" err="1"/>
              <a:t>btnCapture.setVisibility</a:t>
            </a:r>
            <a:r>
              <a:rPr lang="en-IN" sz="1200" dirty="0"/>
              <a:t>(</a:t>
            </a:r>
            <a:r>
              <a:rPr lang="en-IN" sz="1200" dirty="0" err="1"/>
              <a:t>View.GONE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        </a:t>
            </a:r>
            <a:r>
              <a:rPr lang="en-IN" sz="1200" dirty="0" err="1"/>
              <a:t>btnChoose.setVisibility</a:t>
            </a:r>
            <a:r>
              <a:rPr lang="en-IN" sz="1200" dirty="0"/>
              <a:t>(</a:t>
            </a:r>
            <a:r>
              <a:rPr lang="en-IN" sz="1200" dirty="0" err="1"/>
              <a:t>View.VISIBLE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        </a:t>
            </a:r>
            <a:r>
              <a:rPr lang="en-IN" sz="1200" dirty="0" err="1"/>
              <a:t>btnSave.setVisibility</a:t>
            </a:r>
            <a:r>
              <a:rPr lang="en-IN" sz="1200" dirty="0"/>
              <a:t>(</a:t>
            </a:r>
            <a:r>
              <a:rPr lang="en-IN" sz="1200" dirty="0" err="1"/>
              <a:t>View.VISIBLE</a:t>
            </a:r>
            <a:r>
              <a:rPr lang="en-IN" sz="1200" dirty="0"/>
              <a:t>);</a:t>
            </a:r>
          </a:p>
          <a:p>
            <a:r>
              <a:rPr lang="en-IN" dirty="0"/>
              <a:t>                   </a:t>
            </a:r>
            <a:r>
              <a:rPr lang="en-IN" sz="1200" dirty="0"/>
              <a:t> }</a:t>
            </a:r>
          </a:p>
          <a:p>
            <a:r>
              <a:rPr lang="en-IN" dirty="0"/>
              <a:t>                    </a:t>
            </a:r>
            <a:r>
              <a:rPr lang="en-IN" sz="1200" dirty="0"/>
              <a:t>@Override</a:t>
            </a:r>
          </a:p>
          <a:p>
            <a:r>
              <a:rPr lang="en-IN" sz="1200" dirty="0"/>
              <a:t>                    public void </a:t>
            </a:r>
            <a:r>
              <a:rPr lang="en-IN" sz="1200" dirty="0" err="1"/>
              <a:t>onError</a:t>
            </a:r>
            <a:r>
              <a:rPr lang="en-IN" sz="1200" dirty="0"/>
              <a:t>(@NonNull </a:t>
            </a:r>
            <a:r>
              <a:rPr lang="en-IN" sz="1200" dirty="0" err="1"/>
              <a:t>ImageCaptureException</a:t>
            </a:r>
            <a:r>
              <a:rPr lang="en-IN" sz="1200" dirty="0"/>
              <a:t> exception) {</a:t>
            </a:r>
          </a:p>
          <a:p>
            <a:r>
              <a:rPr lang="en-IN" sz="1200" dirty="0"/>
              <a:t>                        </a:t>
            </a:r>
            <a:r>
              <a:rPr lang="en-IN" sz="1200" dirty="0" err="1"/>
              <a:t>Log.e</a:t>
            </a:r>
            <a:r>
              <a:rPr lang="en-IN" sz="1200" dirty="0"/>
              <a:t>(TAG, "</a:t>
            </a:r>
            <a:r>
              <a:rPr lang="en-IN" sz="1200" dirty="0" err="1"/>
              <a:t>captureImage</a:t>
            </a:r>
            <a:r>
              <a:rPr lang="en-IN" sz="1200" dirty="0"/>
              <a:t> error: " + </a:t>
            </a:r>
            <a:r>
              <a:rPr lang="en-IN" sz="1200" dirty="0" err="1"/>
              <a:t>exception.getMessage</a:t>
            </a:r>
            <a:r>
              <a:rPr lang="en-IN" sz="1200" dirty="0"/>
              <a:t>());</a:t>
            </a:r>
          </a:p>
          <a:p>
            <a:r>
              <a:rPr lang="en-IN" sz="1200" dirty="0"/>
              <a:t>                        </a:t>
            </a:r>
            <a:r>
              <a:rPr lang="en-IN" sz="1200" dirty="0" err="1"/>
              <a:t>Toast.makeText</a:t>
            </a:r>
            <a:r>
              <a:rPr lang="en-IN" sz="1200" dirty="0"/>
              <a:t>(</a:t>
            </a:r>
            <a:r>
              <a:rPr lang="en-IN" sz="1200" dirty="0" err="1"/>
              <a:t>MainActivity.this</a:t>
            </a:r>
            <a:r>
              <a:rPr lang="en-IN" sz="1200" dirty="0"/>
              <a:t>, "Capture failed", </a:t>
            </a:r>
            <a:r>
              <a:rPr lang="en-IN" sz="1200" dirty="0" err="1"/>
              <a:t>Toast.LENGTH_SHORT</a:t>
            </a:r>
            <a:r>
              <a:rPr lang="en-IN" sz="1200" dirty="0"/>
              <a:t>).show();</a:t>
            </a:r>
          </a:p>
          <a:p>
            <a:r>
              <a:rPr lang="en-IN" sz="1200" dirty="0"/>
              <a:t>                    }</a:t>
            </a:r>
          </a:p>
          <a:p>
            <a:r>
              <a:rPr lang="en-IN" sz="1200" dirty="0"/>
              <a:t>                });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    // ----------- Live Camera with Filters -----------</a:t>
            </a:r>
          </a:p>
          <a:p>
            <a:r>
              <a:rPr lang="en-IN" sz="1200" dirty="0"/>
              <a:t>    private void </a:t>
            </a:r>
            <a:r>
              <a:rPr lang="en-IN" sz="1200" dirty="0" err="1"/>
              <a:t>startLiveCamera</a:t>
            </a:r>
            <a:r>
              <a:rPr lang="en-IN" sz="1200" dirty="0"/>
              <a:t>() {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627497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83248B-2F58-8490-9678-D2DC5AF16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2BA242-951F-E0BC-5174-6083393B2C1F}"/>
              </a:ext>
            </a:extLst>
          </p:cNvPr>
          <p:cNvSpPr txBox="1"/>
          <p:nvPr/>
        </p:nvSpPr>
        <p:spPr>
          <a:xfrm>
            <a:off x="137160" y="152400"/>
            <a:ext cx="88011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if (!</a:t>
            </a:r>
            <a:r>
              <a:rPr lang="en-IN" sz="1200" dirty="0" err="1"/>
              <a:t>allPermissionsGranted</a:t>
            </a:r>
            <a:r>
              <a:rPr lang="en-IN" sz="1200" dirty="0"/>
              <a:t>())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ActivityCompat.requestPermissions</a:t>
            </a:r>
            <a:r>
              <a:rPr lang="en-IN" sz="1200" dirty="0"/>
              <a:t>(this, new String[]{</a:t>
            </a:r>
            <a:r>
              <a:rPr lang="en-IN" sz="1200" dirty="0" err="1"/>
              <a:t>Manifest.permission.CAMERA</a:t>
            </a:r>
            <a:r>
              <a:rPr lang="en-IN" sz="1200" dirty="0"/>
              <a:t>}, 101);</a:t>
            </a:r>
          </a:p>
          <a:p>
            <a:r>
              <a:rPr lang="en-IN" sz="1200" dirty="0"/>
              <a:t>            return;</a:t>
            </a:r>
          </a:p>
          <a:p>
            <a:r>
              <a:rPr lang="en-IN" sz="1200" dirty="0"/>
              <a:t>        }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ListenableFuture</a:t>
            </a:r>
            <a:r>
              <a:rPr lang="en-IN" sz="1200" dirty="0"/>
              <a:t>&lt;</a:t>
            </a:r>
            <a:r>
              <a:rPr lang="en-IN" sz="1200" dirty="0" err="1"/>
              <a:t>ProcessCameraProvider</a:t>
            </a:r>
            <a:r>
              <a:rPr lang="en-IN" sz="1200" dirty="0"/>
              <a:t>&gt; </a:t>
            </a:r>
            <a:r>
              <a:rPr lang="en-IN" sz="1200" dirty="0" err="1"/>
              <a:t>cameraProviderFuture</a:t>
            </a:r>
            <a:r>
              <a:rPr lang="en-IN" sz="1200" dirty="0"/>
              <a:t> = </a:t>
            </a:r>
            <a:r>
              <a:rPr lang="en-IN" sz="1200" dirty="0" err="1"/>
              <a:t>ProcessCameraProvider.getInstance</a:t>
            </a:r>
            <a:r>
              <a:rPr lang="en-IN" sz="1200" dirty="0"/>
              <a:t>(this);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cameraProviderFuture.addListener</a:t>
            </a:r>
            <a:r>
              <a:rPr lang="en-IN" sz="1200" dirty="0"/>
              <a:t>(() -&gt; {</a:t>
            </a:r>
          </a:p>
          <a:p>
            <a:r>
              <a:rPr lang="en-IN" sz="1200" dirty="0"/>
              <a:t>            try {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cameraProvider</a:t>
            </a:r>
            <a:r>
              <a:rPr lang="en-IN" sz="1200" dirty="0"/>
              <a:t> = </a:t>
            </a:r>
            <a:r>
              <a:rPr lang="en-IN" sz="1200" dirty="0" err="1"/>
              <a:t>cameraProviderFuture.get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CameraSelector</a:t>
            </a:r>
            <a:r>
              <a:rPr lang="en-IN" sz="1200" dirty="0"/>
              <a:t> </a:t>
            </a:r>
            <a:r>
              <a:rPr lang="en-IN" sz="1200" dirty="0" err="1"/>
              <a:t>cameraSelector</a:t>
            </a:r>
            <a:r>
              <a:rPr lang="en-IN" sz="1200" dirty="0"/>
              <a:t> = new </a:t>
            </a:r>
            <a:r>
              <a:rPr lang="en-IN" sz="1200" dirty="0" err="1"/>
              <a:t>CameraSelector.Builder</a:t>
            </a:r>
            <a:r>
              <a:rPr lang="en-IN" sz="1200" dirty="0"/>
              <a:t>()</a:t>
            </a:r>
          </a:p>
          <a:p>
            <a:r>
              <a:rPr lang="en-IN" sz="1200" dirty="0"/>
              <a:t>                        .</a:t>
            </a:r>
            <a:r>
              <a:rPr lang="en-IN" sz="1200" dirty="0" err="1"/>
              <a:t>requireLensFacing</a:t>
            </a:r>
            <a:r>
              <a:rPr lang="en-IN" sz="1200" dirty="0"/>
              <a:t>(</a:t>
            </a:r>
            <a:r>
              <a:rPr lang="en-IN" sz="1200" dirty="0" err="1"/>
              <a:t>CameraSelector.LENS_FACING_BACK</a:t>
            </a:r>
            <a:r>
              <a:rPr lang="en-IN" sz="1200" dirty="0"/>
              <a:t>).build();</a:t>
            </a:r>
          </a:p>
          <a:p>
            <a:r>
              <a:rPr lang="en-IN" sz="1200" dirty="0"/>
              <a:t>                ImageAnalysis analysis = new </a:t>
            </a:r>
            <a:r>
              <a:rPr lang="en-IN" sz="1200" dirty="0" err="1"/>
              <a:t>ImageAnalysis.Builder</a:t>
            </a:r>
            <a:r>
              <a:rPr lang="en-IN" sz="1200" dirty="0"/>
              <a:t>()</a:t>
            </a:r>
          </a:p>
          <a:p>
            <a:r>
              <a:rPr lang="en-IN" sz="1200" dirty="0"/>
              <a:t>                        .</a:t>
            </a:r>
            <a:r>
              <a:rPr lang="en-IN" sz="1200" dirty="0" err="1"/>
              <a:t>setBackpressureStrategy</a:t>
            </a:r>
            <a:r>
              <a:rPr lang="en-IN" sz="1200" dirty="0"/>
              <a:t>(</a:t>
            </a:r>
            <a:r>
              <a:rPr lang="en-IN" sz="1200" dirty="0" err="1"/>
              <a:t>ImageAnalysis.STRATEGY_KEEP_ONLY_LATEST</a:t>
            </a:r>
            <a:r>
              <a:rPr lang="en-IN" sz="1200" dirty="0"/>
              <a:t>)</a:t>
            </a:r>
          </a:p>
          <a:p>
            <a:r>
              <a:rPr lang="en-IN" sz="1200" dirty="0"/>
              <a:t>                        .build();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liveActive</a:t>
            </a:r>
            <a:r>
              <a:rPr lang="en-IN" sz="1200" dirty="0"/>
              <a:t> = true;</a:t>
            </a:r>
          </a:p>
          <a:p>
            <a:r>
              <a:rPr lang="en-IN" sz="1200" dirty="0"/>
              <a:t>                final int[] </a:t>
            </a:r>
            <a:r>
              <a:rPr lang="en-IN" sz="1200" dirty="0" err="1"/>
              <a:t>frameCounter</a:t>
            </a:r>
            <a:r>
              <a:rPr lang="en-IN" sz="1200" dirty="0"/>
              <a:t> = {0};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analysis.setAnalyzer</a:t>
            </a:r>
            <a:r>
              <a:rPr lang="en-IN" sz="1200" dirty="0"/>
              <a:t>(</a:t>
            </a:r>
            <a:r>
              <a:rPr lang="en-IN" sz="1200" dirty="0" err="1"/>
              <a:t>cameraExecutor</a:t>
            </a:r>
            <a:r>
              <a:rPr lang="en-IN" sz="1200" dirty="0"/>
              <a:t>, image -&gt; {</a:t>
            </a:r>
          </a:p>
          <a:p>
            <a:r>
              <a:rPr lang="en-IN" sz="1200" dirty="0"/>
              <a:t>                    if (!</a:t>
            </a:r>
            <a:r>
              <a:rPr lang="en-IN" sz="1200" dirty="0" err="1"/>
              <a:t>liveActive</a:t>
            </a:r>
            <a:r>
              <a:rPr lang="en-IN" sz="1200" dirty="0"/>
              <a:t>) {</a:t>
            </a:r>
          </a:p>
          <a:p>
            <a:r>
              <a:rPr lang="en-IN" sz="1200" dirty="0"/>
              <a:t>                        </a:t>
            </a:r>
            <a:r>
              <a:rPr lang="en-IN" sz="1200" dirty="0" err="1"/>
              <a:t>image.close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        return;</a:t>
            </a:r>
          </a:p>
          <a:p>
            <a:r>
              <a:rPr lang="en-IN" sz="1200" dirty="0"/>
              <a:t>                    }</a:t>
            </a:r>
          </a:p>
          <a:p>
            <a:r>
              <a:rPr lang="en-IN" sz="1200" dirty="0"/>
              <a:t>                    // throttle ONNX live processing to every 3rd frame to reduce CPU (safe fallback)</a:t>
            </a:r>
          </a:p>
          <a:p>
            <a:r>
              <a:rPr lang="en-IN" sz="1200" dirty="0"/>
              <a:t>                    </a:t>
            </a:r>
            <a:r>
              <a:rPr lang="en-IN" sz="1200" dirty="0" err="1"/>
              <a:t>frameCounter</a:t>
            </a:r>
            <a:r>
              <a:rPr lang="en-IN" sz="1200" dirty="0"/>
              <a:t>[0]++;</a:t>
            </a:r>
          </a:p>
          <a:p>
            <a:r>
              <a:rPr lang="en-IN" sz="1200" dirty="0"/>
              <a:t>                    </a:t>
            </a:r>
            <a:r>
              <a:rPr lang="en-IN" sz="1200" dirty="0" err="1"/>
              <a:t>boolean</a:t>
            </a:r>
            <a:r>
              <a:rPr lang="en-IN" sz="1200" dirty="0"/>
              <a:t> </a:t>
            </a:r>
            <a:r>
              <a:rPr lang="en-IN" sz="1200" dirty="0" err="1"/>
              <a:t>doProcess</a:t>
            </a:r>
            <a:r>
              <a:rPr lang="en-IN" sz="1200" dirty="0"/>
              <a:t> = true;</a:t>
            </a:r>
          </a:p>
          <a:p>
            <a:r>
              <a:rPr lang="en-IN" sz="1200" dirty="0"/>
              <a:t>                    if ("ONNX".</a:t>
            </a:r>
            <a:r>
              <a:rPr lang="en-IN" sz="1200" dirty="0" err="1"/>
              <a:t>equalsIgnoreCase</a:t>
            </a:r>
            <a:r>
              <a:rPr lang="en-IN" sz="1200" dirty="0"/>
              <a:t>(</a:t>
            </a:r>
            <a:r>
              <a:rPr lang="en-IN" sz="1200" dirty="0" err="1"/>
              <a:t>currentMode</a:t>
            </a:r>
            <a:r>
              <a:rPr lang="en-IN" sz="1200" dirty="0"/>
              <a:t>)) {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168235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79D9C1-5E82-C9D4-9D94-105D02E5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9C867-22A8-C78E-7862-9C8A14FEB315}"/>
              </a:ext>
            </a:extLst>
          </p:cNvPr>
          <p:cNvSpPr txBox="1"/>
          <p:nvPr/>
        </p:nvSpPr>
        <p:spPr>
          <a:xfrm>
            <a:off x="114300" y="266700"/>
            <a:ext cx="883158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err="1"/>
              <a:t>doProcess</a:t>
            </a:r>
            <a:r>
              <a:rPr lang="en-IN" sz="1200" dirty="0"/>
              <a:t> = (</a:t>
            </a:r>
            <a:r>
              <a:rPr lang="en-IN" sz="1200" dirty="0" err="1"/>
              <a:t>frameCounter</a:t>
            </a:r>
            <a:r>
              <a:rPr lang="en-IN" sz="1200" dirty="0"/>
              <a:t>[0] % 3 == 0);</a:t>
            </a:r>
          </a:p>
          <a:p>
            <a:r>
              <a:rPr lang="en-IN" sz="1200" dirty="0"/>
              <a:t>                    }</a:t>
            </a:r>
          </a:p>
          <a:p>
            <a:r>
              <a:rPr lang="en-IN" sz="1200" dirty="0"/>
              <a:t>                    Bitmap bmp = </a:t>
            </a:r>
            <a:r>
              <a:rPr lang="en-IN" sz="1200" dirty="0" err="1"/>
              <a:t>ImageUtils.imageProxyToBitmap</a:t>
            </a:r>
            <a:r>
              <a:rPr lang="en-IN" sz="1200" dirty="0"/>
              <a:t>(image);</a:t>
            </a:r>
          </a:p>
          <a:p>
            <a:r>
              <a:rPr lang="en-IN" sz="1200" dirty="0"/>
              <a:t>                    </a:t>
            </a:r>
            <a:r>
              <a:rPr lang="en-IN" sz="1200" dirty="0" err="1"/>
              <a:t>image.close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    if (bmp == null) return;</a:t>
            </a:r>
          </a:p>
          <a:p>
            <a:r>
              <a:rPr lang="en-IN" sz="1200" dirty="0"/>
              <a:t>                    if (</a:t>
            </a:r>
            <a:r>
              <a:rPr lang="en-IN" sz="1200" dirty="0" err="1"/>
              <a:t>doProcess</a:t>
            </a:r>
            <a:r>
              <a:rPr lang="en-IN" sz="1200" dirty="0"/>
              <a:t>) {</a:t>
            </a:r>
          </a:p>
          <a:p>
            <a:r>
              <a:rPr lang="en-IN" sz="1200" dirty="0"/>
              <a:t>                        Bitmap processed = </a:t>
            </a:r>
            <a:r>
              <a:rPr lang="en-IN" sz="1200" dirty="0" err="1"/>
              <a:t>SketchProcessor.applyEffect</a:t>
            </a:r>
            <a:r>
              <a:rPr lang="en-IN" sz="1200" dirty="0"/>
              <a:t>(bmp, </a:t>
            </a:r>
            <a:r>
              <a:rPr lang="en-IN" sz="1200" dirty="0" err="1"/>
              <a:t>currentMode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        </a:t>
            </a:r>
            <a:r>
              <a:rPr lang="en-IN" sz="1200" dirty="0" err="1"/>
              <a:t>runOnUiThread</a:t>
            </a:r>
            <a:r>
              <a:rPr lang="en-IN" sz="1200" dirty="0"/>
              <a:t>(() -&gt; {</a:t>
            </a:r>
          </a:p>
          <a:p>
            <a:r>
              <a:rPr lang="en-IN" sz="1200" dirty="0"/>
              <a:t>                            // show processed live</a:t>
            </a:r>
          </a:p>
          <a:p>
            <a:r>
              <a:rPr lang="en-IN" sz="1200" dirty="0"/>
              <a:t>                            </a:t>
            </a:r>
            <a:r>
              <a:rPr lang="en-IN" sz="1200" dirty="0" err="1"/>
              <a:t>liveView.setVisibility</a:t>
            </a:r>
            <a:r>
              <a:rPr lang="en-IN" sz="1200" dirty="0"/>
              <a:t>(</a:t>
            </a:r>
            <a:r>
              <a:rPr lang="en-IN" sz="1200" dirty="0" err="1"/>
              <a:t>View.VISIBLE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            </a:t>
            </a:r>
            <a:r>
              <a:rPr lang="en-IN" sz="1200" dirty="0" err="1"/>
              <a:t>cameraPreview.setVisibility</a:t>
            </a:r>
            <a:r>
              <a:rPr lang="en-IN" sz="1200" dirty="0"/>
              <a:t>(</a:t>
            </a:r>
            <a:r>
              <a:rPr lang="en-IN" sz="1200" dirty="0" err="1"/>
              <a:t>View.GONE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            </a:t>
            </a:r>
            <a:r>
              <a:rPr lang="en-IN" sz="1200" dirty="0" err="1"/>
              <a:t>viewPager.setVisibility</a:t>
            </a:r>
            <a:r>
              <a:rPr lang="en-IN" sz="1200" dirty="0"/>
              <a:t>(</a:t>
            </a:r>
            <a:r>
              <a:rPr lang="en-IN" sz="1200" dirty="0" err="1"/>
              <a:t>View.GONE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            </a:t>
            </a:r>
            <a:r>
              <a:rPr lang="en-IN" sz="1200" dirty="0" err="1"/>
              <a:t>liveView.setImageBitmap</a:t>
            </a:r>
            <a:r>
              <a:rPr lang="en-IN" sz="1200" dirty="0"/>
              <a:t>(processed);</a:t>
            </a:r>
          </a:p>
          <a:p>
            <a:r>
              <a:rPr lang="en-IN" sz="1200" dirty="0"/>
              <a:t>                        });</a:t>
            </a:r>
          </a:p>
          <a:p>
            <a:r>
              <a:rPr lang="en-IN" sz="1200" dirty="0"/>
              <a:t>                    } else {</a:t>
            </a:r>
          </a:p>
          <a:p>
            <a:r>
              <a:rPr lang="en-IN" sz="1200" dirty="0"/>
              <a:t>                        // optionally show a quick preview (raw) - we keep processing off-frame to avoid flicker</a:t>
            </a:r>
          </a:p>
          <a:p>
            <a:r>
              <a:rPr lang="en-IN" sz="1200" dirty="0"/>
              <a:t>                    }</a:t>
            </a:r>
          </a:p>
          <a:p>
            <a:r>
              <a:rPr lang="en-IN" sz="1200" dirty="0"/>
              <a:t>                });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cameraProvider.unbindAll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cameraProvider.bindToLifecycle</a:t>
            </a:r>
            <a:r>
              <a:rPr lang="en-IN" sz="1200" dirty="0"/>
              <a:t>(this, </a:t>
            </a:r>
            <a:r>
              <a:rPr lang="en-IN" sz="1200" dirty="0" err="1"/>
              <a:t>cameraSelector</a:t>
            </a:r>
            <a:r>
              <a:rPr lang="en-IN" sz="1200" dirty="0"/>
              <a:t>, analysis);</a:t>
            </a:r>
          </a:p>
          <a:p>
            <a:r>
              <a:rPr lang="en-IN" sz="1200" dirty="0"/>
              <a:t>               // hide panels and only show stop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buttonPanel.setVisibility</a:t>
            </a:r>
            <a:r>
              <a:rPr lang="en-IN" sz="1200" dirty="0"/>
              <a:t>(</a:t>
            </a:r>
            <a:r>
              <a:rPr lang="en-IN" sz="1200" dirty="0" err="1"/>
              <a:t>View.GONE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btnStop.setVisibility</a:t>
            </a:r>
            <a:r>
              <a:rPr lang="en-IN" sz="1200" dirty="0"/>
              <a:t>(</a:t>
            </a:r>
            <a:r>
              <a:rPr lang="en-IN" sz="1200" dirty="0" err="1"/>
              <a:t>View.VISIBLE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Toast.makeText</a:t>
            </a:r>
            <a:r>
              <a:rPr lang="en-IN" sz="1200" dirty="0"/>
              <a:t>(this, "Live camera started", </a:t>
            </a:r>
            <a:r>
              <a:rPr lang="en-IN" sz="1200" dirty="0" err="1"/>
              <a:t>Toast.LENGTH_SHORT</a:t>
            </a:r>
            <a:r>
              <a:rPr lang="en-IN" sz="1200" dirty="0"/>
              <a:t>).show();</a:t>
            </a:r>
          </a:p>
          <a:p>
            <a:br>
              <a:rPr lang="en-IN" sz="1200" dirty="0"/>
            </a:br>
            <a:endParaRPr lang="en-IN" sz="1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4412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58E616-BDC7-87F1-4203-156FE1ED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305037-5F5F-8F03-7149-D45B5B194C9A}"/>
              </a:ext>
            </a:extLst>
          </p:cNvPr>
          <p:cNvSpPr txBox="1"/>
          <p:nvPr/>
        </p:nvSpPr>
        <p:spPr>
          <a:xfrm>
            <a:off x="83820" y="175260"/>
            <a:ext cx="888492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err="1"/>
              <a:t>ContextCompat.getMainExecutor</a:t>
            </a:r>
            <a:r>
              <a:rPr lang="en-IN" sz="1200" dirty="0"/>
              <a:t>(this));</a:t>
            </a:r>
          </a:p>
          <a:p>
            <a:r>
              <a:rPr lang="en-IN" sz="1200" dirty="0"/>
              <a:t>    }</a:t>
            </a:r>
            <a:br>
              <a:rPr lang="en-IN" sz="1200" dirty="0"/>
            </a:br>
            <a:r>
              <a:rPr lang="en-IN" sz="1200" dirty="0"/>
              <a:t>    private void </a:t>
            </a:r>
            <a:r>
              <a:rPr lang="en-IN" sz="1200" dirty="0" err="1"/>
              <a:t>stopLiveCamera</a:t>
            </a:r>
            <a:r>
              <a:rPr lang="en-IN" sz="1200" dirty="0"/>
              <a:t>() {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liveActive</a:t>
            </a:r>
            <a:r>
              <a:rPr lang="en-IN" sz="1200" dirty="0"/>
              <a:t> = false;</a:t>
            </a:r>
          </a:p>
          <a:p>
            <a:r>
              <a:rPr lang="en-IN" sz="1200" dirty="0"/>
              <a:t>        if (</a:t>
            </a:r>
            <a:r>
              <a:rPr lang="en-IN" sz="1200" dirty="0" err="1"/>
              <a:t>cameraProvider</a:t>
            </a:r>
            <a:r>
              <a:rPr lang="en-IN" sz="1200" dirty="0"/>
              <a:t> != null)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cameraProvider.unbindAll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}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liveView.setVisibility</a:t>
            </a:r>
            <a:r>
              <a:rPr lang="en-IN" sz="1200" dirty="0"/>
              <a:t>(</a:t>
            </a:r>
            <a:r>
              <a:rPr lang="en-IN" sz="1200" dirty="0" err="1"/>
              <a:t>View.GONE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cameraPreview.setVisibility</a:t>
            </a:r>
            <a:r>
              <a:rPr lang="en-IN" sz="1200" dirty="0"/>
              <a:t>(</a:t>
            </a:r>
            <a:r>
              <a:rPr lang="en-IN" sz="1200" dirty="0" err="1"/>
              <a:t>View.GONE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viewPager.setVisibility</a:t>
            </a:r>
            <a:r>
              <a:rPr lang="en-IN" sz="1200" dirty="0"/>
              <a:t>(</a:t>
            </a:r>
            <a:r>
              <a:rPr lang="en-IN" sz="1200" dirty="0" err="1"/>
              <a:t>View.VISIBLE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// restore panel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buttonPanel.setVisibility</a:t>
            </a:r>
            <a:r>
              <a:rPr lang="en-IN" sz="1200" dirty="0"/>
              <a:t>(</a:t>
            </a:r>
            <a:r>
              <a:rPr lang="en-IN" sz="1200" dirty="0" err="1"/>
              <a:t>View.VISIBLE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btnStop.setVisibility</a:t>
            </a:r>
            <a:r>
              <a:rPr lang="en-IN" sz="1200" dirty="0"/>
              <a:t>(</a:t>
            </a:r>
            <a:r>
              <a:rPr lang="en-IN" sz="1200" dirty="0" err="1"/>
              <a:t>View.GONE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Toast.makeText</a:t>
            </a:r>
            <a:r>
              <a:rPr lang="en-IN" sz="1200" dirty="0"/>
              <a:t>(this, "Live stopped", </a:t>
            </a:r>
            <a:r>
              <a:rPr lang="en-IN" sz="1200" dirty="0" err="1"/>
              <a:t>Toast.LENGTH_SHORT</a:t>
            </a:r>
            <a:r>
              <a:rPr lang="en-IN" sz="1200" dirty="0"/>
              <a:t>).show();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    // ----------- Process and Display (Upload or Capture result) -----------</a:t>
            </a:r>
          </a:p>
          <a:p>
            <a:r>
              <a:rPr lang="en-IN" sz="1200" dirty="0"/>
              <a:t>    private void </a:t>
            </a:r>
            <a:r>
              <a:rPr lang="en-IN" sz="1200" dirty="0" err="1"/>
              <a:t>processAndDisplay</a:t>
            </a:r>
            <a:r>
              <a:rPr lang="en-IN" sz="1200" dirty="0"/>
              <a:t>() {</a:t>
            </a:r>
          </a:p>
          <a:p>
            <a:r>
              <a:rPr lang="en-IN" sz="1200" dirty="0"/>
              <a:t>        if (</a:t>
            </a:r>
            <a:r>
              <a:rPr lang="en-IN" sz="1200" dirty="0" err="1"/>
              <a:t>originalBitmap</a:t>
            </a:r>
            <a:r>
              <a:rPr lang="en-IN" sz="1200" dirty="0"/>
              <a:t> == null)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Toast.makeText</a:t>
            </a:r>
            <a:r>
              <a:rPr lang="en-IN" sz="1200" dirty="0"/>
              <a:t>(this, "No image to process", </a:t>
            </a:r>
            <a:r>
              <a:rPr lang="en-IN" sz="1200" dirty="0" err="1"/>
              <a:t>Toast.LENGTH_SHORT</a:t>
            </a:r>
            <a:r>
              <a:rPr lang="en-IN" sz="1200" dirty="0"/>
              <a:t>).show();</a:t>
            </a:r>
          </a:p>
          <a:p>
            <a:r>
              <a:rPr lang="en-IN" sz="1200" dirty="0"/>
              <a:t>            return;</a:t>
            </a:r>
          </a:p>
          <a:p>
            <a:r>
              <a:rPr lang="en-IN" sz="1200" dirty="0"/>
              <a:t>        }</a:t>
            </a:r>
          </a:p>
          <a:p>
            <a:r>
              <a:rPr lang="en-IN" sz="1200" dirty="0"/>
              <a:t>        // If user selected ONNX but ONNX failed to load, fallback to OpenCV with a message</a:t>
            </a:r>
          </a:p>
          <a:p>
            <a:r>
              <a:rPr lang="en-IN" sz="1200" dirty="0"/>
              <a:t>        if ("ONNX".</a:t>
            </a:r>
            <a:r>
              <a:rPr lang="en-IN" sz="1200" dirty="0" err="1"/>
              <a:t>equalsIgnoreCase</a:t>
            </a:r>
            <a:r>
              <a:rPr lang="en-IN" sz="1200" dirty="0"/>
              <a:t>(</a:t>
            </a:r>
            <a:r>
              <a:rPr lang="en-IN" sz="1200" dirty="0" err="1"/>
              <a:t>currentMode</a:t>
            </a:r>
            <a:r>
              <a:rPr lang="en-IN" sz="1200" dirty="0"/>
              <a:t>) &amp;&amp; !</a:t>
            </a:r>
            <a:r>
              <a:rPr lang="en-IN" sz="1200" dirty="0" err="1"/>
              <a:t>SketchProcessor.isOnnxLoaded</a:t>
            </a:r>
            <a:r>
              <a:rPr lang="en-IN" sz="1200" dirty="0"/>
              <a:t>())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Toast.makeText</a:t>
            </a:r>
            <a:r>
              <a:rPr lang="en-IN" sz="1200" dirty="0"/>
              <a:t>(this, "ONNX model not loaded — falling back to OpenCV", </a:t>
            </a:r>
            <a:r>
              <a:rPr lang="en-IN" sz="1200" dirty="0" err="1"/>
              <a:t>Toast.LENGTH_SHORT</a:t>
            </a:r>
            <a:r>
              <a:rPr lang="en-IN" sz="1200" dirty="0"/>
              <a:t>).show();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currentMode</a:t>
            </a:r>
            <a:r>
              <a:rPr lang="en-IN" sz="1200" dirty="0"/>
              <a:t> = "OpenCV";</a:t>
            </a:r>
          </a:p>
          <a:p>
            <a:r>
              <a:rPr lang="en-IN" sz="1200" dirty="0"/>
              <a:t>        }</a:t>
            </a:r>
          </a:p>
          <a:p>
            <a:br>
              <a:rPr lang="en-IN" sz="1200" dirty="0"/>
            </a:br>
            <a:endParaRPr lang="en-IN" sz="1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7343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B1CCC1-1421-2191-E9B4-32C5748FF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81DED-D3FE-8744-8079-CC5D9AC8F7CD}"/>
              </a:ext>
            </a:extLst>
          </p:cNvPr>
          <p:cNvSpPr txBox="1"/>
          <p:nvPr/>
        </p:nvSpPr>
        <p:spPr>
          <a:xfrm>
            <a:off x="137160" y="198119"/>
            <a:ext cx="88696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err="1"/>
              <a:t>processedBitmap</a:t>
            </a:r>
            <a:r>
              <a:rPr lang="en-IN" sz="1200" dirty="0"/>
              <a:t> = </a:t>
            </a:r>
            <a:r>
              <a:rPr lang="en-IN" sz="1200" dirty="0" err="1"/>
              <a:t>SketchProcessor.applyEffect</a:t>
            </a:r>
            <a:r>
              <a:rPr lang="en-IN" sz="1200" dirty="0"/>
              <a:t>(</a:t>
            </a:r>
            <a:r>
              <a:rPr lang="en-IN" sz="1200" dirty="0" err="1"/>
              <a:t>originalBitmap</a:t>
            </a:r>
            <a:r>
              <a:rPr lang="en-IN" sz="1200" dirty="0"/>
              <a:t>, </a:t>
            </a:r>
            <a:r>
              <a:rPr lang="en-IN" sz="1200" dirty="0" err="1"/>
              <a:t>currentMode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adapter.setBitmaps</a:t>
            </a:r>
            <a:r>
              <a:rPr lang="en-IN" sz="1200" dirty="0"/>
              <a:t>(</a:t>
            </a:r>
            <a:r>
              <a:rPr lang="en-IN" sz="1200" dirty="0" err="1"/>
              <a:t>originalBitmap</a:t>
            </a:r>
            <a:r>
              <a:rPr lang="en-IN" sz="1200" dirty="0"/>
              <a:t>, </a:t>
            </a:r>
            <a:r>
              <a:rPr lang="en-IN" sz="1200" dirty="0" err="1"/>
              <a:t>processedBitmap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// show </a:t>
            </a:r>
            <a:r>
              <a:rPr lang="en-IN" sz="1200" dirty="0" err="1"/>
              <a:t>ViewPager</a:t>
            </a:r>
            <a:r>
              <a:rPr lang="en-IN" sz="1200" dirty="0"/>
              <a:t> (which displays both images side-by-side)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viewPager.setVisibility</a:t>
            </a:r>
            <a:r>
              <a:rPr lang="en-IN" sz="1200" dirty="0"/>
              <a:t>(</a:t>
            </a:r>
            <a:r>
              <a:rPr lang="en-IN" sz="1200" dirty="0" err="1"/>
              <a:t>View.VISIBLE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liveView.setVisibility</a:t>
            </a:r>
            <a:r>
              <a:rPr lang="en-IN" sz="1200" dirty="0"/>
              <a:t>(</a:t>
            </a:r>
            <a:r>
              <a:rPr lang="en-IN" sz="1200" dirty="0" err="1"/>
              <a:t>View.GONE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cameraPreview.setVisibility</a:t>
            </a:r>
            <a:r>
              <a:rPr lang="en-IN" sz="1200" dirty="0"/>
              <a:t>(</a:t>
            </a:r>
            <a:r>
              <a:rPr lang="en-IN" sz="1200" dirty="0" err="1"/>
              <a:t>View.GONE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// ensure UI buttons restored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buttonPanel.setVisibility</a:t>
            </a:r>
            <a:r>
              <a:rPr lang="en-IN" sz="1200" dirty="0"/>
              <a:t>(</a:t>
            </a:r>
            <a:r>
              <a:rPr lang="en-IN" sz="1200" dirty="0" err="1"/>
              <a:t>View.VISIBLE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btnStop.setVisibility</a:t>
            </a:r>
            <a:r>
              <a:rPr lang="en-IN" sz="1200" dirty="0"/>
              <a:t>(</a:t>
            </a:r>
            <a:r>
              <a:rPr lang="en-IN" sz="1200" dirty="0" err="1"/>
              <a:t>View.GONE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btnCapture.setVisibility</a:t>
            </a:r>
            <a:r>
              <a:rPr lang="en-IN" sz="1200" dirty="0"/>
              <a:t>(</a:t>
            </a:r>
            <a:r>
              <a:rPr lang="en-IN" sz="1200" dirty="0" err="1"/>
              <a:t>View.GONE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btnChoose.setVisibility</a:t>
            </a:r>
            <a:r>
              <a:rPr lang="en-IN" sz="1200" dirty="0"/>
              <a:t>(</a:t>
            </a:r>
            <a:r>
              <a:rPr lang="en-IN" sz="1200" dirty="0" err="1"/>
              <a:t>View.VISIBLE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btnSave.setVisibility</a:t>
            </a:r>
            <a:r>
              <a:rPr lang="en-IN" sz="1200" dirty="0"/>
              <a:t>(</a:t>
            </a:r>
            <a:r>
              <a:rPr lang="en-IN" sz="1200" dirty="0" err="1"/>
              <a:t>View.VISIBLE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    // ----------- Save Image -----------</a:t>
            </a:r>
          </a:p>
          <a:p>
            <a:r>
              <a:rPr lang="en-IN" sz="1200" dirty="0"/>
              <a:t>    private void </a:t>
            </a:r>
            <a:r>
              <a:rPr lang="en-IN" sz="1200" dirty="0" err="1"/>
              <a:t>saveImage</a:t>
            </a:r>
            <a:r>
              <a:rPr lang="en-IN" sz="1200" dirty="0"/>
              <a:t>() {</a:t>
            </a:r>
          </a:p>
          <a:p>
            <a:r>
              <a:rPr lang="en-IN" sz="1200" dirty="0"/>
              <a:t>        if (</a:t>
            </a:r>
            <a:r>
              <a:rPr lang="en-IN" sz="1200" dirty="0" err="1"/>
              <a:t>processedBitmap</a:t>
            </a:r>
            <a:r>
              <a:rPr lang="en-IN" sz="1200" dirty="0"/>
              <a:t> == null)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Toast.makeText</a:t>
            </a:r>
            <a:r>
              <a:rPr lang="en-IN" sz="1200" dirty="0"/>
              <a:t>(this, "No processed image to save", </a:t>
            </a:r>
            <a:r>
              <a:rPr lang="en-IN" sz="1200" dirty="0" err="1"/>
              <a:t>Toast.LENGTH_SHORT</a:t>
            </a:r>
            <a:r>
              <a:rPr lang="en-IN" sz="1200" dirty="0"/>
              <a:t>).show();</a:t>
            </a:r>
          </a:p>
          <a:p>
            <a:r>
              <a:rPr lang="en-IN" sz="1200" dirty="0"/>
              <a:t>            return;</a:t>
            </a:r>
          </a:p>
          <a:p>
            <a:r>
              <a:rPr lang="en-IN" sz="1200" dirty="0"/>
              <a:t>        }</a:t>
            </a:r>
          </a:p>
          <a:p>
            <a:r>
              <a:rPr lang="en-IN" sz="1200" dirty="0"/>
              <a:t>        Uri </a:t>
            </a:r>
            <a:r>
              <a:rPr lang="en-IN" sz="1200" dirty="0" err="1"/>
              <a:t>uri</a:t>
            </a:r>
            <a:r>
              <a:rPr lang="en-IN" sz="1200" dirty="0"/>
              <a:t> = </a:t>
            </a:r>
            <a:r>
              <a:rPr lang="en-IN" sz="1200" dirty="0" err="1"/>
              <a:t>ImageUtils.saveBitmapToGallery</a:t>
            </a:r>
            <a:r>
              <a:rPr lang="en-IN" sz="1200" dirty="0"/>
              <a:t>(this, </a:t>
            </a:r>
            <a:r>
              <a:rPr lang="en-IN" sz="1200" dirty="0" err="1"/>
              <a:t>processedBitmap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if (</a:t>
            </a:r>
            <a:r>
              <a:rPr lang="en-IN" sz="1200" dirty="0" err="1"/>
              <a:t>uri</a:t>
            </a:r>
            <a:r>
              <a:rPr lang="en-IN" sz="1200" dirty="0"/>
              <a:t> != null)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Toast.makeText</a:t>
            </a:r>
            <a:r>
              <a:rPr lang="en-IN" sz="1200" dirty="0"/>
              <a:t>(this, "Saved to Gallery", </a:t>
            </a:r>
            <a:r>
              <a:rPr lang="en-IN" sz="1200" dirty="0" err="1"/>
              <a:t>Toast.LENGTH_SHORT</a:t>
            </a:r>
            <a:r>
              <a:rPr lang="en-IN" sz="1200" dirty="0"/>
              <a:t>).show();</a:t>
            </a:r>
          </a:p>
          <a:p>
            <a:r>
              <a:rPr lang="en-IN" sz="1200" dirty="0"/>
              <a:t>        } else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Toast.makeText</a:t>
            </a:r>
            <a:r>
              <a:rPr lang="en-IN" sz="1200" dirty="0"/>
              <a:t>(this, "Save failed", </a:t>
            </a:r>
            <a:r>
              <a:rPr lang="en-IN" sz="1200" dirty="0" err="1"/>
              <a:t>Toast.LENGTH_SHORT</a:t>
            </a:r>
            <a:r>
              <a:rPr lang="en-IN" sz="1200" dirty="0"/>
              <a:t>).show();</a:t>
            </a:r>
          </a:p>
          <a:p>
            <a:r>
              <a:rPr lang="en-IN" sz="1200" dirty="0"/>
              <a:t>        }</a:t>
            </a:r>
          </a:p>
          <a:p>
            <a:r>
              <a:rPr lang="en-IN" sz="1200" dirty="0"/>
              <a:t>    }</a:t>
            </a:r>
          </a:p>
          <a:p>
            <a:br>
              <a:rPr lang="en-IN" sz="1200" dirty="0"/>
            </a:br>
            <a:endParaRPr lang="en-IN" sz="1200" dirty="0"/>
          </a:p>
          <a:p>
            <a:br>
              <a:rPr lang="en-IN" sz="1200" dirty="0"/>
            </a:b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007389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163303-36F5-E08C-FF2C-307948B1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E754F-1D17-AEB7-90B7-83B6BEFA0490}"/>
              </a:ext>
            </a:extLst>
          </p:cNvPr>
          <p:cNvSpPr txBox="1"/>
          <p:nvPr/>
        </p:nvSpPr>
        <p:spPr>
          <a:xfrm>
            <a:off x="205740" y="102393"/>
            <a:ext cx="873252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private </a:t>
            </a:r>
            <a:r>
              <a:rPr lang="en-IN" sz="1200" dirty="0" err="1"/>
              <a:t>boolean</a:t>
            </a:r>
            <a:r>
              <a:rPr lang="en-IN" sz="1200" dirty="0"/>
              <a:t> </a:t>
            </a:r>
            <a:r>
              <a:rPr lang="en-IN" sz="1200" dirty="0" err="1"/>
              <a:t>allPermissionsGranted</a:t>
            </a:r>
            <a:r>
              <a:rPr lang="en-IN" sz="1200" dirty="0"/>
              <a:t>() {</a:t>
            </a:r>
          </a:p>
          <a:p>
            <a:r>
              <a:rPr lang="en-IN" sz="1200" dirty="0"/>
              <a:t>        return </a:t>
            </a:r>
            <a:r>
              <a:rPr lang="en-IN" sz="1200" dirty="0" err="1"/>
              <a:t>ContextCompat.checkSelfPermission</a:t>
            </a:r>
            <a:r>
              <a:rPr lang="en-IN" sz="1200" dirty="0"/>
              <a:t>(this, </a:t>
            </a:r>
            <a:r>
              <a:rPr lang="en-IN" sz="1200" dirty="0" err="1"/>
              <a:t>Manifest.permission.CAMERA</a:t>
            </a:r>
            <a:r>
              <a:rPr lang="en-IN" sz="1200" dirty="0"/>
              <a:t>) == </a:t>
            </a:r>
            <a:r>
              <a:rPr lang="en-IN" sz="1200" dirty="0" err="1"/>
              <a:t>PackageManager.PERMISSION_GRANTED</a:t>
            </a:r>
            <a:r>
              <a:rPr lang="en-IN" sz="1200" dirty="0"/>
              <a:t>;</a:t>
            </a:r>
          </a:p>
          <a:p>
            <a:r>
              <a:rPr lang="en-IN" sz="1200" dirty="0"/>
              <a:t>    }</a:t>
            </a:r>
          </a:p>
          <a:p>
            <a:br>
              <a:rPr lang="en-IN" sz="1200" dirty="0"/>
            </a:br>
            <a:endParaRPr lang="en-IN" sz="1200" dirty="0"/>
          </a:p>
          <a:p>
            <a:r>
              <a:rPr lang="en-IN" sz="1200" dirty="0"/>
              <a:t>    @Override</a:t>
            </a:r>
          </a:p>
          <a:p>
            <a:r>
              <a:rPr lang="en-IN" sz="1200" dirty="0"/>
              <a:t>    protected void </a:t>
            </a:r>
            <a:r>
              <a:rPr lang="en-IN" sz="1200" dirty="0" err="1"/>
              <a:t>onDestroy</a:t>
            </a:r>
            <a:r>
              <a:rPr lang="en-IN" sz="1200" dirty="0"/>
              <a:t>() {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super.onDestroy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if (</a:t>
            </a:r>
            <a:r>
              <a:rPr lang="en-IN" sz="1200" dirty="0" err="1"/>
              <a:t>cameraExecutor</a:t>
            </a:r>
            <a:r>
              <a:rPr lang="en-IN" sz="1200" dirty="0"/>
              <a:t> != null) </a:t>
            </a:r>
            <a:r>
              <a:rPr lang="en-IN" sz="1200" dirty="0" err="1"/>
              <a:t>cameraExecutor.shutdown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}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 </a:t>
            </a:r>
            <a:r>
              <a:rPr lang="en-IN" sz="1200" b="1" dirty="0" err="1"/>
              <a:t>SketchProcessor</a:t>
            </a:r>
            <a:endParaRPr lang="en-IN" sz="1200" b="1" dirty="0"/>
          </a:p>
          <a:p>
            <a:r>
              <a:rPr lang="en-IN" sz="1200" dirty="0"/>
              <a:t>package </a:t>
            </a:r>
            <a:r>
              <a:rPr lang="en-IN" sz="1200" dirty="0" err="1"/>
              <a:t>com.example.ribhance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android.content.Context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android.graphics.Bitmap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android.graphics.Color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android.util.Log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org.opencv.android.Utils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org.opencv.core.Mat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org.opencv.core.Size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org.opencv.core.Core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org.opencv.imgproc.Imgproc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org.opencv.photo.Photo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java.io.File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java.io.FileOutputStream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java.io.InputStream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java.util.Collections</a:t>
            </a:r>
            <a:r>
              <a:rPr lang="en-IN" sz="1200" dirty="0"/>
              <a:t>;</a:t>
            </a:r>
          </a:p>
          <a:p>
            <a:br>
              <a:rPr lang="en-IN" sz="1200" dirty="0"/>
            </a:br>
            <a:endParaRPr lang="en-IN" sz="1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275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7D5B1A-D2DC-A51B-5C1E-3A852CDB8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D1DE07-B881-490D-E927-581ABC465C73}"/>
              </a:ext>
            </a:extLst>
          </p:cNvPr>
          <p:cNvSpPr txBox="1"/>
          <p:nvPr/>
        </p:nvSpPr>
        <p:spPr>
          <a:xfrm>
            <a:off x="182880" y="102393"/>
            <a:ext cx="87782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import </a:t>
            </a:r>
            <a:r>
              <a:rPr lang="en-IN" sz="1200" dirty="0" err="1"/>
              <a:t>ai.onnxruntime.OnnxTensor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ai.onnxruntime.OrtEnvironment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ai.onnxruntime.OrtSession</a:t>
            </a:r>
            <a:r>
              <a:rPr lang="en-IN" sz="1200" dirty="0"/>
              <a:t>;</a:t>
            </a:r>
          </a:p>
          <a:p>
            <a:r>
              <a:rPr lang="en-IN" sz="1200" dirty="0"/>
              <a:t>public class </a:t>
            </a:r>
            <a:r>
              <a:rPr lang="en-IN" sz="1200" dirty="0" err="1"/>
              <a:t>SketchProcessor</a:t>
            </a:r>
            <a:r>
              <a:rPr lang="en-IN" sz="1200" dirty="0"/>
              <a:t> {</a:t>
            </a:r>
          </a:p>
          <a:p>
            <a:r>
              <a:rPr lang="en-IN" sz="1200" dirty="0"/>
              <a:t>    private static final String TAG = "</a:t>
            </a:r>
            <a:r>
              <a:rPr lang="en-IN" sz="1200" dirty="0" err="1"/>
              <a:t>SketchProcessor</a:t>
            </a:r>
            <a:r>
              <a:rPr lang="en-IN" sz="1200" dirty="0"/>
              <a:t>";</a:t>
            </a:r>
          </a:p>
          <a:p>
            <a:r>
              <a:rPr lang="en-IN" sz="1200" dirty="0"/>
              <a:t>    private static </a:t>
            </a:r>
            <a:r>
              <a:rPr lang="en-IN" sz="1200" dirty="0" err="1"/>
              <a:t>OrtEnvironment</a:t>
            </a:r>
            <a:r>
              <a:rPr lang="en-IN" sz="1200" dirty="0"/>
              <a:t> env;</a:t>
            </a:r>
          </a:p>
          <a:p>
            <a:r>
              <a:rPr lang="en-IN" sz="1200" dirty="0"/>
              <a:t>    private static </a:t>
            </a:r>
            <a:r>
              <a:rPr lang="en-IN" sz="1200" dirty="0" err="1"/>
              <a:t>OrtSession</a:t>
            </a:r>
            <a:r>
              <a:rPr lang="en-IN" sz="1200" dirty="0"/>
              <a:t> </a:t>
            </a:r>
            <a:r>
              <a:rPr lang="en-IN" sz="1200" dirty="0" err="1"/>
              <a:t>onnxSession</a:t>
            </a:r>
            <a:r>
              <a:rPr lang="en-IN" sz="1200" dirty="0"/>
              <a:t>;</a:t>
            </a:r>
          </a:p>
          <a:p>
            <a:r>
              <a:rPr lang="en-IN" sz="1200" dirty="0"/>
              <a:t>    public static void </a:t>
            </a:r>
            <a:r>
              <a:rPr lang="en-IN" sz="1200" dirty="0" err="1"/>
              <a:t>initOnnx</a:t>
            </a:r>
            <a:r>
              <a:rPr lang="en-IN" sz="1200" dirty="0"/>
              <a:t>(Context context) {</a:t>
            </a:r>
          </a:p>
          <a:p>
            <a:r>
              <a:rPr lang="en-IN" sz="1200" dirty="0"/>
              <a:t>        try {</a:t>
            </a:r>
          </a:p>
          <a:p>
            <a:r>
              <a:rPr lang="en-IN" sz="1200" dirty="0"/>
              <a:t>            if (env == null) env = </a:t>
            </a:r>
            <a:r>
              <a:rPr lang="en-IN" sz="1200" dirty="0" err="1"/>
              <a:t>OrtEnvironment.getEnvironment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if (</a:t>
            </a:r>
            <a:r>
              <a:rPr lang="en-IN" sz="1200" dirty="0" err="1"/>
              <a:t>onnxSession</a:t>
            </a:r>
            <a:r>
              <a:rPr lang="en-IN" sz="1200" dirty="0"/>
              <a:t> == null) {</a:t>
            </a:r>
          </a:p>
          <a:p>
            <a:r>
              <a:rPr lang="en-IN" sz="1200" dirty="0"/>
              <a:t>                String </a:t>
            </a:r>
            <a:r>
              <a:rPr lang="en-IN" sz="1200" dirty="0" err="1"/>
              <a:t>modelPath</a:t>
            </a:r>
            <a:r>
              <a:rPr lang="en-IN" sz="1200" dirty="0"/>
              <a:t> = </a:t>
            </a:r>
            <a:r>
              <a:rPr lang="en-IN" sz="1200" dirty="0" err="1"/>
              <a:t>copyAssetToFile</a:t>
            </a:r>
            <a:r>
              <a:rPr lang="en-IN" sz="1200" dirty="0"/>
              <a:t>(context, "</a:t>
            </a:r>
            <a:r>
              <a:rPr lang="en-IN" sz="1200" dirty="0" err="1"/>
              <a:t>sketch.onnx</a:t>
            </a:r>
            <a:r>
              <a:rPr lang="en-IN" sz="1200" dirty="0"/>
              <a:t>");</a:t>
            </a:r>
          </a:p>
          <a:p>
            <a:r>
              <a:rPr lang="en-IN" sz="1200" dirty="0"/>
              <a:t>                if (</a:t>
            </a:r>
            <a:r>
              <a:rPr lang="en-IN" sz="1200" dirty="0" err="1"/>
              <a:t>modelPath</a:t>
            </a:r>
            <a:r>
              <a:rPr lang="en-IN" sz="1200" dirty="0"/>
              <a:t> != null) {</a:t>
            </a:r>
          </a:p>
          <a:p>
            <a:r>
              <a:rPr lang="en-IN" sz="1200" dirty="0"/>
              <a:t>                    </a:t>
            </a:r>
            <a:r>
              <a:rPr lang="en-IN" sz="1200" dirty="0" err="1"/>
              <a:t>onnxSession</a:t>
            </a:r>
            <a:r>
              <a:rPr lang="en-IN" sz="1200" dirty="0"/>
              <a:t> = </a:t>
            </a:r>
            <a:r>
              <a:rPr lang="en-IN" sz="1200" dirty="0" err="1"/>
              <a:t>env.createSession</a:t>
            </a:r>
            <a:r>
              <a:rPr lang="en-IN" sz="1200" dirty="0"/>
              <a:t>(</a:t>
            </a:r>
            <a:r>
              <a:rPr lang="en-IN" sz="1200" dirty="0" err="1"/>
              <a:t>modelPath</a:t>
            </a:r>
            <a:r>
              <a:rPr lang="en-IN" sz="1200" dirty="0"/>
              <a:t>, new </a:t>
            </a:r>
            <a:r>
              <a:rPr lang="en-IN" sz="1200" dirty="0" err="1"/>
              <a:t>OrtSession.SessionOptions</a:t>
            </a:r>
            <a:r>
              <a:rPr lang="en-IN" sz="1200" dirty="0"/>
              <a:t>());</a:t>
            </a:r>
          </a:p>
          <a:p>
            <a:r>
              <a:rPr lang="en-IN" sz="1200" dirty="0"/>
              <a:t>                    </a:t>
            </a:r>
            <a:r>
              <a:rPr lang="en-IN" sz="1200" dirty="0" err="1"/>
              <a:t>Log.d</a:t>
            </a:r>
            <a:r>
              <a:rPr lang="en-IN" sz="1200" dirty="0"/>
              <a:t>(TAG, "ONNX Model loaded successfully!");</a:t>
            </a:r>
          </a:p>
          <a:p>
            <a:r>
              <a:rPr lang="en-IN" sz="1200" dirty="0"/>
              <a:t>                } else {</a:t>
            </a:r>
          </a:p>
          <a:p>
            <a:r>
              <a:rPr lang="en-IN" sz="1200" dirty="0"/>
              <a:t>                    </a:t>
            </a:r>
            <a:r>
              <a:rPr lang="en-IN" sz="1200" dirty="0" err="1"/>
              <a:t>Log.w</a:t>
            </a:r>
            <a:r>
              <a:rPr lang="en-IN" sz="1200" dirty="0"/>
              <a:t>(TAG, "</a:t>
            </a:r>
            <a:r>
              <a:rPr lang="en-IN" sz="1200" dirty="0" err="1"/>
              <a:t>sketch.onnx</a:t>
            </a:r>
            <a:r>
              <a:rPr lang="en-IN" sz="1200" dirty="0"/>
              <a:t> not found in assets");</a:t>
            </a:r>
          </a:p>
          <a:p>
            <a:r>
              <a:rPr lang="en-IN" sz="1200" dirty="0"/>
              <a:t>                }</a:t>
            </a:r>
          </a:p>
          <a:p>
            <a:r>
              <a:rPr lang="en-IN" sz="1200" dirty="0"/>
              <a:t>            }</a:t>
            </a:r>
          </a:p>
          <a:p>
            <a:r>
              <a:rPr lang="en-IN" sz="1200" dirty="0"/>
              <a:t>        } catch (Exception e)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Log.e</a:t>
            </a:r>
            <a:r>
              <a:rPr lang="en-IN" sz="1200" dirty="0"/>
              <a:t>(TAG, "Failed to load ONNX model: " + </a:t>
            </a:r>
            <a:r>
              <a:rPr lang="en-IN" sz="1200" dirty="0" err="1"/>
              <a:t>e.getMessage</a:t>
            </a:r>
            <a:r>
              <a:rPr lang="en-IN" sz="1200" dirty="0"/>
              <a:t>());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onnxSession</a:t>
            </a:r>
            <a:r>
              <a:rPr lang="en-IN" sz="1200" dirty="0"/>
              <a:t> = null;</a:t>
            </a:r>
          </a:p>
          <a:p>
            <a:r>
              <a:rPr lang="en-IN" sz="1200" dirty="0"/>
              <a:t>        }</a:t>
            </a:r>
          </a:p>
          <a:p>
            <a:r>
              <a:rPr lang="en-IN" sz="1200" dirty="0"/>
              <a:t>    }</a:t>
            </a:r>
          </a:p>
          <a:p>
            <a:br>
              <a:rPr lang="en-IN" sz="1200" dirty="0"/>
            </a:br>
            <a:endParaRPr lang="en-IN" sz="1200" dirty="0"/>
          </a:p>
          <a:p>
            <a:r>
              <a:rPr lang="en-IN" sz="1200" dirty="0"/>
              <a:t>    public static </a:t>
            </a:r>
            <a:r>
              <a:rPr lang="en-IN" sz="1200" dirty="0" err="1"/>
              <a:t>boolean</a:t>
            </a:r>
            <a:r>
              <a:rPr lang="en-IN" sz="1200" dirty="0"/>
              <a:t> </a:t>
            </a:r>
            <a:r>
              <a:rPr lang="en-IN" sz="1200" dirty="0" err="1"/>
              <a:t>isOnnxLoaded</a:t>
            </a:r>
            <a:r>
              <a:rPr lang="en-IN" sz="1200" dirty="0"/>
              <a:t>() {</a:t>
            </a:r>
          </a:p>
          <a:p>
            <a:r>
              <a:rPr lang="en-IN" sz="1200" dirty="0"/>
              <a:t>      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5283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3AFA48-B2E7-E01B-F7D9-1A75AA51E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029BC6-F9B9-C45A-26A1-E2C688872BFB}"/>
              </a:ext>
            </a:extLst>
          </p:cNvPr>
          <p:cNvSpPr txBox="1"/>
          <p:nvPr/>
        </p:nvSpPr>
        <p:spPr>
          <a:xfrm>
            <a:off x="106680" y="0"/>
            <a:ext cx="893064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public static </a:t>
            </a:r>
            <a:r>
              <a:rPr lang="en-IN" sz="1200" dirty="0" err="1"/>
              <a:t>boolean</a:t>
            </a:r>
            <a:r>
              <a:rPr lang="en-IN" sz="1200" dirty="0"/>
              <a:t> </a:t>
            </a:r>
            <a:r>
              <a:rPr lang="en-IN" sz="1200" dirty="0" err="1"/>
              <a:t>isOnnxLoaded</a:t>
            </a:r>
            <a:r>
              <a:rPr lang="en-IN" sz="1200" dirty="0"/>
              <a:t>() {</a:t>
            </a:r>
          </a:p>
          <a:p>
            <a:r>
              <a:rPr lang="en-IN" sz="1200" dirty="0"/>
              <a:t>        return </a:t>
            </a:r>
            <a:r>
              <a:rPr lang="en-IN" sz="1200" dirty="0" err="1"/>
              <a:t>onnxSession</a:t>
            </a:r>
            <a:r>
              <a:rPr lang="en-IN" sz="1200" dirty="0"/>
              <a:t> != null;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    public static Bitmap </a:t>
            </a:r>
            <a:r>
              <a:rPr lang="en-IN" sz="1200" dirty="0" err="1"/>
              <a:t>applyEffect</a:t>
            </a:r>
            <a:r>
              <a:rPr lang="en-IN" sz="1200" dirty="0"/>
              <a:t>(Bitmap input, String mode) {</a:t>
            </a:r>
          </a:p>
          <a:p>
            <a:r>
              <a:rPr lang="en-IN" sz="1200" dirty="0"/>
              <a:t>        if (input == null) return null;</a:t>
            </a:r>
          </a:p>
          <a:p>
            <a:r>
              <a:rPr lang="en-IN" sz="1200" dirty="0"/>
              <a:t>        try {</a:t>
            </a:r>
          </a:p>
          <a:p>
            <a:r>
              <a:rPr lang="en-IN" sz="1200" dirty="0"/>
              <a:t>            switch (mode) {</a:t>
            </a:r>
          </a:p>
          <a:p>
            <a:r>
              <a:rPr lang="en-IN" sz="1200" dirty="0"/>
              <a:t>                case "OpenCV":</a:t>
            </a:r>
          </a:p>
          <a:p>
            <a:r>
              <a:rPr lang="en-IN" sz="1200" dirty="0"/>
              <a:t>                    return </a:t>
            </a:r>
            <a:r>
              <a:rPr lang="en-IN" sz="1200" dirty="0" err="1"/>
              <a:t>applyOpenCVSketch</a:t>
            </a:r>
            <a:r>
              <a:rPr lang="en-IN" sz="1200" dirty="0"/>
              <a:t>(input);</a:t>
            </a:r>
          </a:p>
          <a:p>
            <a:r>
              <a:rPr lang="en-IN" sz="1200" dirty="0"/>
              <a:t>                case "ONNX":</a:t>
            </a:r>
          </a:p>
          <a:p>
            <a:r>
              <a:rPr lang="en-IN" sz="1200" dirty="0"/>
              <a:t>                    return </a:t>
            </a:r>
            <a:r>
              <a:rPr lang="en-IN" sz="1200" dirty="0" err="1"/>
              <a:t>applyOnnxSketch</a:t>
            </a:r>
            <a:r>
              <a:rPr lang="en-IN" sz="1200" dirty="0"/>
              <a:t>(input);</a:t>
            </a:r>
          </a:p>
          <a:p>
            <a:r>
              <a:rPr lang="en-IN" sz="1200" dirty="0"/>
              <a:t>                case "Stylize":</a:t>
            </a:r>
          </a:p>
          <a:p>
            <a:r>
              <a:rPr lang="en-IN" sz="1200" dirty="0"/>
              <a:t>                    return </a:t>
            </a:r>
            <a:r>
              <a:rPr lang="en-IN" sz="1200" dirty="0" err="1"/>
              <a:t>applyStylizeEffect</a:t>
            </a:r>
            <a:r>
              <a:rPr lang="en-IN" sz="1200" dirty="0"/>
              <a:t>(input);</a:t>
            </a:r>
          </a:p>
          <a:p>
            <a:r>
              <a:rPr lang="en-IN" sz="1200" dirty="0"/>
              <a:t>                default:</a:t>
            </a:r>
          </a:p>
          <a:p>
            <a:r>
              <a:rPr lang="en-IN" sz="1200" dirty="0"/>
              <a:t>                    return input;</a:t>
            </a:r>
          </a:p>
          <a:p>
            <a:r>
              <a:rPr lang="en-IN" sz="1200" dirty="0"/>
              <a:t>            }</a:t>
            </a:r>
          </a:p>
          <a:p>
            <a:r>
              <a:rPr lang="en-IN" sz="1200" dirty="0"/>
              <a:t>        } catch (Exception e)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Log.e</a:t>
            </a:r>
            <a:r>
              <a:rPr lang="en-IN" sz="1200" dirty="0"/>
              <a:t>(TAG, "</a:t>
            </a:r>
            <a:r>
              <a:rPr lang="en-IN" sz="1200" dirty="0" err="1"/>
              <a:t>applyEffect</a:t>
            </a:r>
            <a:r>
              <a:rPr lang="en-IN" sz="1200" dirty="0"/>
              <a:t> error: " + </a:t>
            </a:r>
            <a:r>
              <a:rPr lang="en-IN" sz="1200" dirty="0" err="1"/>
              <a:t>e.getMessage</a:t>
            </a:r>
            <a:r>
              <a:rPr lang="en-IN" sz="1200" dirty="0"/>
              <a:t>());</a:t>
            </a:r>
          </a:p>
          <a:p>
            <a:r>
              <a:rPr lang="en-IN" sz="1200" dirty="0"/>
              <a:t>            return input;</a:t>
            </a:r>
          </a:p>
          <a:p>
            <a:r>
              <a:rPr lang="en-IN" sz="1200" dirty="0"/>
              <a:t>        }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    // OpenCV pencil sketch</a:t>
            </a:r>
          </a:p>
          <a:p>
            <a:r>
              <a:rPr lang="en-IN" sz="1200" dirty="0"/>
              <a:t>    private static Bitmap </a:t>
            </a:r>
            <a:r>
              <a:rPr lang="en-IN" sz="1200" dirty="0" err="1"/>
              <a:t>applyOpenCVSketch</a:t>
            </a:r>
            <a:r>
              <a:rPr lang="en-IN" sz="1200" dirty="0"/>
              <a:t>(Bitmap input) {</a:t>
            </a:r>
          </a:p>
          <a:p>
            <a:r>
              <a:rPr lang="en-IN" sz="1200" dirty="0"/>
              <a:t>        Mat </a:t>
            </a:r>
            <a:r>
              <a:rPr lang="en-IN" sz="1200" dirty="0" err="1"/>
              <a:t>src</a:t>
            </a:r>
            <a:r>
              <a:rPr lang="en-IN" sz="1200" dirty="0"/>
              <a:t> = new Mat();</a:t>
            </a:r>
          </a:p>
          <a:p>
            <a:r>
              <a:rPr lang="en-IN" sz="1200" dirty="0"/>
              <a:t>        try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Utils.bitmapToMat</a:t>
            </a:r>
            <a:r>
              <a:rPr lang="en-IN" sz="1200" dirty="0"/>
              <a:t>(input, </a:t>
            </a:r>
            <a:r>
              <a:rPr lang="en-IN" sz="1200" dirty="0" err="1"/>
              <a:t>src</a:t>
            </a:r>
            <a:r>
              <a:rPr lang="en-IN" sz="1200" dirty="0"/>
              <a:t>);</a:t>
            </a:r>
          </a:p>
          <a:p>
            <a:r>
              <a:rPr lang="en-IN" dirty="0"/>
              <a:t>            </a:t>
            </a:r>
            <a:r>
              <a:rPr lang="en-IN" sz="1200" dirty="0"/>
              <a:t>if (</a:t>
            </a:r>
            <a:r>
              <a:rPr lang="en-IN" sz="1200" dirty="0" err="1"/>
              <a:t>src.channels</a:t>
            </a:r>
            <a:r>
              <a:rPr lang="en-IN" sz="1200" dirty="0"/>
              <a:t>() == 4) </a:t>
            </a:r>
            <a:r>
              <a:rPr lang="en-IN" sz="1200" dirty="0" err="1"/>
              <a:t>Imgproc.cvtColor</a:t>
            </a:r>
            <a:r>
              <a:rPr lang="en-IN" sz="1200" dirty="0"/>
              <a:t>(</a:t>
            </a:r>
            <a:r>
              <a:rPr lang="en-IN" sz="1200" dirty="0" err="1"/>
              <a:t>src</a:t>
            </a:r>
            <a:r>
              <a:rPr lang="en-IN" sz="1200" dirty="0"/>
              <a:t>, </a:t>
            </a:r>
            <a:r>
              <a:rPr lang="en-IN" sz="1200" dirty="0" err="1"/>
              <a:t>src</a:t>
            </a:r>
            <a:r>
              <a:rPr lang="en-IN" sz="1200" dirty="0"/>
              <a:t>, Imgproc.COLOR_RGBA2BGR);</a:t>
            </a: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38652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9DB606-E669-17E2-CF78-21BA50DE9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31910-1F24-83AC-F704-A92F5BAF05E0}"/>
              </a:ext>
            </a:extLst>
          </p:cNvPr>
          <p:cNvSpPr txBox="1"/>
          <p:nvPr/>
        </p:nvSpPr>
        <p:spPr>
          <a:xfrm>
            <a:off x="83820" y="0"/>
            <a:ext cx="885444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Mat </a:t>
            </a:r>
            <a:r>
              <a:rPr lang="en-IN" sz="1200" dirty="0" err="1"/>
              <a:t>gray</a:t>
            </a:r>
            <a:r>
              <a:rPr lang="en-IN" sz="1200" dirty="0"/>
              <a:t> = new Mat();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Imgproc.cvtColor</a:t>
            </a:r>
            <a:r>
              <a:rPr lang="en-IN" sz="1200" dirty="0"/>
              <a:t>(</a:t>
            </a:r>
            <a:r>
              <a:rPr lang="en-IN" sz="1200" dirty="0" err="1"/>
              <a:t>src</a:t>
            </a:r>
            <a:r>
              <a:rPr lang="en-IN" sz="1200" dirty="0"/>
              <a:t>, </a:t>
            </a:r>
            <a:r>
              <a:rPr lang="en-IN" sz="1200" dirty="0" err="1"/>
              <a:t>gray</a:t>
            </a:r>
            <a:r>
              <a:rPr lang="en-IN" sz="1200" dirty="0"/>
              <a:t>, Imgproc.COLOR_BGR2GRAY);</a:t>
            </a:r>
          </a:p>
          <a:p>
            <a:r>
              <a:rPr lang="en-IN" sz="1200" dirty="0"/>
              <a:t>            Mat inverted = new Mat();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Core.bitwise_not</a:t>
            </a:r>
            <a:r>
              <a:rPr lang="en-IN" sz="1200" dirty="0"/>
              <a:t>(</a:t>
            </a:r>
            <a:r>
              <a:rPr lang="en-IN" sz="1200" dirty="0" err="1"/>
              <a:t>gray</a:t>
            </a:r>
            <a:r>
              <a:rPr lang="en-IN" sz="1200" dirty="0"/>
              <a:t>, inverted);</a:t>
            </a:r>
          </a:p>
          <a:p>
            <a:r>
              <a:rPr lang="en-IN" sz="1200" dirty="0"/>
              <a:t>            Mat blur = new Mat();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Imgproc.GaussianBlur</a:t>
            </a:r>
            <a:r>
              <a:rPr lang="en-IN" sz="1200" dirty="0"/>
              <a:t>(inverted, blur, new Size(21, 21), 0);</a:t>
            </a:r>
          </a:p>
          <a:p>
            <a:r>
              <a:rPr lang="en-IN" sz="1200" dirty="0"/>
              <a:t>            Mat </a:t>
            </a:r>
            <a:r>
              <a:rPr lang="en-IN" sz="1200" dirty="0" err="1"/>
              <a:t>invertedBlur</a:t>
            </a:r>
            <a:r>
              <a:rPr lang="en-IN" sz="1200" dirty="0"/>
              <a:t> = new Mat();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Core.bitwise_not</a:t>
            </a:r>
            <a:r>
              <a:rPr lang="en-IN" sz="1200" dirty="0"/>
              <a:t>(blur, </a:t>
            </a:r>
            <a:r>
              <a:rPr lang="en-IN" sz="1200" dirty="0" err="1"/>
              <a:t>invertedBlur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Mat sketch = new Mat();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Core.divide</a:t>
            </a:r>
            <a:r>
              <a:rPr lang="en-IN" sz="1200" dirty="0"/>
              <a:t>(</a:t>
            </a:r>
            <a:r>
              <a:rPr lang="en-IN" sz="1200" dirty="0" err="1"/>
              <a:t>gray</a:t>
            </a:r>
            <a:r>
              <a:rPr lang="en-IN" sz="1200" dirty="0"/>
              <a:t>, </a:t>
            </a:r>
            <a:r>
              <a:rPr lang="en-IN" sz="1200" dirty="0" err="1"/>
              <a:t>invertedBlur</a:t>
            </a:r>
            <a:r>
              <a:rPr lang="en-IN" sz="1200" dirty="0"/>
              <a:t>, sketch, 256.0);</a:t>
            </a:r>
          </a:p>
          <a:p>
            <a:r>
              <a:rPr lang="en-IN" sz="1200" dirty="0"/>
              <a:t>           Mat </a:t>
            </a:r>
            <a:r>
              <a:rPr lang="en-IN" sz="1200" dirty="0" err="1"/>
              <a:t>sketchRGBA</a:t>
            </a:r>
            <a:r>
              <a:rPr lang="en-IN" sz="1200" dirty="0"/>
              <a:t> = new Mat();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Imgproc.cvtColor</a:t>
            </a:r>
            <a:r>
              <a:rPr lang="en-IN" sz="1200" dirty="0"/>
              <a:t>(sketch, </a:t>
            </a:r>
            <a:r>
              <a:rPr lang="en-IN" sz="1200" dirty="0" err="1"/>
              <a:t>sketchRGBA</a:t>
            </a:r>
            <a:r>
              <a:rPr lang="en-IN" sz="1200" dirty="0"/>
              <a:t>, Imgproc.COLOR_GRAY2RGBA);</a:t>
            </a:r>
          </a:p>
          <a:p>
            <a:r>
              <a:rPr lang="en-IN" sz="1200" dirty="0"/>
              <a:t>            Bitmap output = </a:t>
            </a:r>
            <a:r>
              <a:rPr lang="en-IN" sz="1200" dirty="0" err="1"/>
              <a:t>Bitmap.createBitmap</a:t>
            </a:r>
            <a:r>
              <a:rPr lang="en-IN" sz="1200" dirty="0"/>
              <a:t>(</a:t>
            </a:r>
            <a:r>
              <a:rPr lang="en-IN" sz="1200" dirty="0" err="1"/>
              <a:t>sketchRGBA.cols</a:t>
            </a:r>
            <a:r>
              <a:rPr lang="en-IN" sz="1200" dirty="0"/>
              <a:t>(), </a:t>
            </a:r>
            <a:r>
              <a:rPr lang="en-IN" sz="1200" dirty="0" err="1"/>
              <a:t>sketchRGBA.rows</a:t>
            </a:r>
            <a:r>
              <a:rPr lang="en-IN" sz="1200" dirty="0"/>
              <a:t>(), Bitmap.Config.ARGB_8888);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Utils.matToBitmap</a:t>
            </a:r>
            <a:r>
              <a:rPr lang="en-IN" sz="1200" dirty="0"/>
              <a:t>(</a:t>
            </a:r>
            <a:r>
              <a:rPr lang="en-IN" sz="1200" dirty="0" err="1"/>
              <a:t>sketchRGBA</a:t>
            </a:r>
            <a:r>
              <a:rPr lang="en-IN" sz="1200" dirty="0"/>
              <a:t>, output);</a:t>
            </a:r>
          </a:p>
          <a:p>
            <a:r>
              <a:rPr lang="en-IN" sz="1200" dirty="0"/>
              <a:t>            // release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src.release</a:t>
            </a:r>
            <a:r>
              <a:rPr lang="en-IN" sz="1200" dirty="0"/>
              <a:t>(); </a:t>
            </a:r>
            <a:r>
              <a:rPr lang="en-IN" sz="1200" dirty="0" err="1"/>
              <a:t>gray.release</a:t>
            </a:r>
            <a:r>
              <a:rPr lang="en-IN" sz="1200" dirty="0"/>
              <a:t>(); </a:t>
            </a:r>
            <a:r>
              <a:rPr lang="en-IN" sz="1200" dirty="0" err="1"/>
              <a:t>inverted.release</a:t>
            </a:r>
            <a:r>
              <a:rPr lang="en-IN" sz="1200" dirty="0"/>
              <a:t>(); </a:t>
            </a:r>
            <a:r>
              <a:rPr lang="en-IN" sz="1200" dirty="0" err="1"/>
              <a:t>blur.release</a:t>
            </a:r>
            <a:r>
              <a:rPr lang="en-IN" sz="1200" dirty="0"/>
              <a:t>(); </a:t>
            </a:r>
            <a:r>
              <a:rPr lang="en-IN" sz="1200" dirty="0" err="1"/>
              <a:t>invertedBlur.release</a:t>
            </a:r>
            <a:r>
              <a:rPr lang="en-IN" sz="1200" dirty="0"/>
              <a:t>(); </a:t>
            </a:r>
            <a:r>
              <a:rPr lang="en-IN" sz="1200" dirty="0" err="1"/>
              <a:t>sketch.release</a:t>
            </a:r>
            <a:r>
              <a:rPr lang="en-IN" sz="1200" dirty="0"/>
              <a:t>(); </a:t>
            </a:r>
            <a:r>
              <a:rPr lang="en-IN" sz="1200" dirty="0" err="1"/>
              <a:t>sketchRGBA.release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return output;</a:t>
            </a:r>
          </a:p>
          <a:p>
            <a:r>
              <a:rPr lang="en-IN" sz="1200" dirty="0"/>
              <a:t>        } catch (Exception e)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Log.e</a:t>
            </a:r>
            <a:r>
              <a:rPr lang="en-IN" sz="1200" dirty="0"/>
              <a:t>(TAG, "</a:t>
            </a:r>
            <a:r>
              <a:rPr lang="en-IN" sz="1200" dirty="0" err="1"/>
              <a:t>applyOpenCVSketch</a:t>
            </a:r>
            <a:r>
              <a:rPr lang="en-IN" sz="1200" dirty="0"/>
              <a:t> error: " + </a:t>
            </a:r>
            <a:r>
              <a:rPr lang="en-IN" sz="1200" dirty="0" err="1"/>
              <a:t>e.getMessage</a:t>
            </a:r>
            <a:r>
              <a:rPr lang="en-IN" sz="1200" dirty="0"/>
              <a:t>());</a:t>
            </a:r>
          </a:p>
          <a:p>
            <a:r>
              <a:rPr lang="en-IN" sz="1200" dirty="0"/>
              <a:t>            if (</a:t>
            </a:r>
            <a:r>
              <a:rPr lang="en-IN" sz="1200" dirty="0" err="1"/>
              <a:t>src</a:t>
            </a:r>
            <a:r>
              <a:rPr lang="en-IN" sz="1200" dirty="0"/>
              <a:t> != null) </a:t>
            </a:r>
            <a:r>
              <a:rPr lang="en-IN" sz="1200" dirty="0" err="1"/>
              <a:t>src.release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return input;</a:t>
            </a:r>
          </a:p>
          <a:p>
            <a:r>
              <a:rPr lang="en-IN" sz="1200" dirty="0"/>
              <a:t>        }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private static Bitmap </a:t>
            </a:r>
            <a:r>
              <a:rPr lang="en-IN" sz="1200" dirty="0" err="1"/>
              <a:t>applyOnnxSketch</a:t>
            </a:r>
            <a:r>
              <a:rPr lang="en-IN" sz="1200" dirty="0"/>
              <a:t>(Bitmap input) {</a:t>
            </a:r>
          </a:p>
          <a:p>
            <a:r>
              <a:rPr lang="en-IN" sz="1200" dirty="0"/>
              <a:t>        if (</a:t>
            </a:r>
            <a:r>
              <a:rPr lang="en-IN" sz="1200" dirty="0" err="1"/>
              <a:t>onnxSession</a:t>
            </a:r>
            <a:r>
              <a:rPr lang="en-IN" sz="1200" dirty="0"/>
              <a:t> == null)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Log.w</a:t>
            </a:r>
            <a:r>
              <a:rPr lang="en-IN" sz="1200" dirty="0"/>
              <a:t>(TAG, "ONNX session null, falling back to OpenCV");</a:t>
            </a:r>
          </a:p>
          <a:p>
            <a:r>
              <a:rPr lang="en-IN" sz="1200" dirty="0"/>
              <a:t>            return </a:t>
            </a:r>
            <a:r>
              <a:rPr lang="en-IN" sz="1200" dirty="0" err="1"/>
              <a:t>applyOpenCVSketch</a:t>
            </a:r>
            <a:r>
              <a:rPr lang="en-IN" sz="1200" dirty="0"/>
              <a:t>(input);</a:t>
            </a:r>
          </a:p>
          <a:p>
            <a:r>
              <a:rPr lang="en-IN" sz="1200" dirty="0"/>
              <a:t>        }</a:t>
            </a:r>
          </a:p>
          <a:p>
            <a:br>
              <a:rPr lang="en-IN" sz="1200" dirty="0"/>
            </a:br>
            <a:endParaRPr lang="en-IN" sz="1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86202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11D6AE-BAB0-5633-C7AA-ED551F3FA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4400F4-DBE9-4327-AD82-AA29C2D506BF}"/>
              </a:ext>
            </a:extLst>
          </p:cNvPr>
          <p:cNvSpPr txBox="1"/>
          <p:nvPr/>
        </p:nvSpPr>
        <p:spPr>
          <a:xfrm>
            <a:off x="144780" y="102393"/>
            <a:ext cx="88544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try {</a:t>
            </a:r>
          </a:p>
          <a:p>
            <a:r>
              <a:rPr lang="en-IN" sz="1200" dirty="0"/>
              <a:t>            final int </a:t>
            </a:r>
            <a:r>
              <a:rPr lang="en-IN" sz="1200" dirty="0" err="1"/>
              <a:t>modelSize</a:t>
            </a:r>
            <a:r>
              <a:rPr lang="en-IN" sz="1200" dirty="0"/>
              <a:t> = 256;</a:t>
            </a:r>
          </a:p>
          <a:p>
            <a:r>
              <a:rPr lang="en-IN" sz="1200" dirty="0"/>
              <a:t>            Bitmap resized = </a:t>
            </a:r>
            <a:r>
              <a:rPr lang="en-IN" sz="1200" dirty="0" err="1"/>
              <a:t>Bitmap.createScaledBitmap</a:t>
            </a:r>
            <a:r>
              <a:rPr lang="en-IN" sz="1200" dirty="0"/>
              <a:t>(input, </a:t>
            </a:r>
            <a:r>
              <a:rPr lang="en-IN" sz="1200" dirty="0" err="1"/>
              <a:t>modelSize</a:t>
            </a:r>
            <a:r>
              <a:rPr lang="en-IN" sz="1200" dirty="0"/>
              <a:t>, </a:t>
            </a:r>
            <a:r>
              <a:rPr lang="en-IN" sz="1200" dirty="0" err="1"/>
              <a:t>modelSize</a:t>
            </a:r>
            <a:r>
              <a:rPr lang="en-IN" sz="1200" dirty="0"/>
              <a:t>, true);</a:t>
            </a:r>
          </a:p>
          <a:p>
            <a:r>
              <a:rPr lang="en-IN" sz="1200" dirty="0"/>
              <a:t>            float[][][][] </a:t>
            </a:r>
            <a:r>
              <a:rPr lang="en-IN" sz="1200" dirty="0" err="1"/>
              <a:t>inputData</a:t>
            </a:r>
            <a:r>
              <a:rPr lang="en-IN" sz="1200" dirty="0"/>
              <a:t> = new float[1][3][</a:t>
            </a:r>
            <a:r>
              <a:rPr lang="en-IN" sz="1200" dirty="0" err="1"/>
              <a:t>modelSize</a:t>
            </a:r>
            <a:r>
              <a:rPr lang="en-IN" sz="1200" dirty="0"/>
              <a:t>][</a:t>
            </a:r>
            <a:r>
              <a:rPr lang="en-IN" sz="1200" dirty="0" err="1"/>
              <a:t>modelSize</a:t>
            </a:r>
            <a:r>
              <a:rPr lang="en-IN" sz="1200" dirty="0"/>
              <a:t>];</a:t>
            </a:r>
          </a:p>
          <a:p>
            <a:r>
              <a:rPr lang="en-IN" sz="1200" dirty="0"/>
              <a:t>            for (int y = 0; y &lt; </a:t>
            </a:r>
            <a:r>
              <a:rPr lang="en-IN" sz="1200" dirty="0" err="1"/>
              <a:t>modelSize</a:t>
            </a:r>
            <a:r>
              <a:rPr lang="en-IN" sz="1200" dirty="0"/>
              <a:t>; y++) {</a:t>
            </a:r>
          </a:p>
          <a:p>
            <a:r>
              <a:rPr lang="en-IN" sz="1200" dirty="0"/>
              <a:t>                for (int x = 0; x &lt; </a:t>
            </a:r>
            <a:r>
              <a:rPr lang="en-IN" sz="1200" dirty="0" err="1"/>
              <a:t>modelSize</a:t>
            </a:r>
            <a:r>
              <a:rPr lang="en-IN" sz="1200" dirty="0"/>
              <a:t>; x++) {</a:t>
            </a:r>
          </a:p>
          <a:p>
            <a:r>
              <a:rPr lang="en-IN" sz="1200" dirty="0"/>
              <a:t>                    int </a:t>
            </a:r>
            <a:r>
              <a:rPr lang="en-IN" sz="1200" dirty="0" err="1"/>
              <a:t>px</a:t>
            </a:r>
            <a:r>
              <a:rPr lang="en-IN" sz="1200" dirty="0"/>
              <a:t> = </a:t>
            </a:r>
            <a:r>
              <a:rPr lang="en-IN" sz="1200" dirty="0" err="1"/>
              <a:t>resized.getPixel</a:t>
            </a:r>
            <a:r>
              <a:rPr lang="en-IN" sz="1200" dirty="0"/>
              <a:t>(x, y);</a:t>
            </a:r>
          </a:p>
          <a:p>
            <a:r>
              <a:rPr lang="en-IN" sz="1200" dirty="0"/>
              <a:t>                    </a:t>
            </a:r>
            <a:r>
              <a:rPr lang="en-IN" sz="1200" dirty="0" err="1"/>
              <a:t>inputData</a:t>
            </a:r>
            <a:r>
              <a:rPr lang="en-IN" sz="1200" dirty="0"/>
              <a:t>[0][0][y][x] = ((</a:t>
            </a:r>
            <a:r>
              <a:rPr lang="en-IN" sz="1200" dirty="0" err="1"/>
              <a:t>px</a:t>
            </a:r>
            <a:r>
              <a:rPr lang="en-IN" sz="1200" dirty="0"/>
              <a:t> &gt;&gt; 16) &amp; 0xFF) / 255.0f;</a:t>
            </a:r>
          </a:p>
          <a:p>
            <a:r>
              <a:rPr lang="en-IN" sz="1200" dirty="0"/>
              <a:t>                    </a:t>
            </a:r>
            <a:r>
              <a:rPr lang="en-IN" sz="1200" dirty="0" err="1"/>
              <a:t>inputData</a:t>
            </a:r>
            <a:r>
              <a:rPr lang="en-IN" sz="1200" dirty="0"/>
              <a:t>[0][1][y][x] = ((</a:t>
            </a:r>
            <a:r>
              <a:rPr lang="en-IN" sz="1200" dirty="0" err="1"/>
              <a:t>px</a:t>
            </a:r>
            <a:r>
              <a:rPr lang="en-IN" sz="1200" dirty="0"/>
              <a:t> &gt;&gt; 8) &amp; 0xFF) / 255.0f;</a:t>
            </a:r>
          </a:p>
          <a:p>
            <a:r>
              <a:rPr lang="en-IN" sz="1200" dirty="0"/>
              <a:t>                    </a:t>
            </a:r>
            <a:r>
              <a:rPr lang="en-IN" sz="1200" dirty="0" err="1"/>
              <a:t>inputData</a:t>
            </a:r>
            <a:r>
              <a:rPr lang="en-IN" sz="1200" dirty="0"/>
              <a:t>[0][2][y][x] = (</a:t>
            </a:r>
            <a:r>
              <a:rPr lang="en-IN" sz="1200" dirty="0" err="1"/>
              <a:t>px</a:t>
            </a:r>
            <a:r>
              <a:rPr lang="en-IN" sz="1200" dirty="0"/>
              <a:t> &amp; 0xFF) / 255.0f;</a:t>
            </a:r>
          </a:p>
          <a:p>
            <a:r>
              <a:rPr lang="en-IN" sz="1200" dirty="0"/>
              <a:t>                }</a:t>
            </a:r>
          </a:p>
          <a:p>
            <a:r>
              <a:rPr lang="en-IN" sz="1200" dirty="0"/>
              <a:t>            }</a:t>
            </a:r>
          </a:p>
          <a:p>
            <a:r>
              <a:rPr lang="en-IN" sz="1200" dirty="0"/>
              <a:t>           </a:t>
            </a:r>
            <a:r>
              <a:rPr lang="en-IN" sz="1200" dirty="0" err="1"/>
              <a:t>OnnxTensor</a:t>
            </a:r>
            <a:r>
              <a:rPr lang="en-IN" sz="1200" dirty="0"/>
              <a:t> tensor = </a:t>
            </a:r>
            <a:r>
              <a:rPr lang="en-IN" sz="1200" dirty="0" err="1"/>
              <a:t>OnnxTensor.createTensor</a:t>
            </a:r>
            <a:r>
              <a:rPr lang="en-IN" sz="1200" dirty="0"/>
              <a:t>(env, </a:t>
            </a:r>
            <a:r>
              <a:rPr lang="en-IN" sz="1200" dirty="0" err="1"/>
              <a:t>inputData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OrtSession.Result</a:t>
            </a:r>
            <a:r>
              <a:rPr lang="en-IN" sz="1200" dirty="0"/>
              <a:t> result = </a:t>
            </a:r>
            <a:r>
              <a:rPr lang="en-IN" sz="1200" dirty="0" err="1"/>
              <a:t>onnxSession.run</a:t>
            </a:r>
            <a:r>
              <a:rPr lang="en-IN" sz="1200" dirty="0"/>
              <a:t>(</a:t>
            </a:r>
          </a:p>
          <a:p>
            <a:r>
              <a:rPr lang="en-IN" sz="1200" dirty="0"/>
              <a:t>                    </a:t>
            </a:r>
            <a:r>
              <a:rPr lang="en-IN" sz="1200" dirty="0" err="1"/>
              <a:t>Collections.singletonMap</a:t>
            </a:r>
            <a:r>
              <a:rPr lang="en-IN" sz="1200" dirty="0"/>
              <a:t>(</a:t>
            </a:r>
            <a:r>
              <a:rPr lang="en-IN" sz="1200" dirty="0" err="1"/>
              <a:t>onnxSession.getInputNames</a:t>
            </a:r>
            <a:r>
              <a:rPr lang="en-IN" sz="1200" dirty="0"/>
              <a:t>().iterator().next(), tensor)</a:t>
            </a:r>
          </a:p>
          <a:p>
            <a:r>
              <a:rPr lang="en-IN" sz="1200" dirty="0"/>
              <a:t>            );</a:t>
            </a:r>
          </a:p>
          <a:p>
            <a:r>
              <a:rPr lang="en-IN" sz="1200" dirty="0"/>
              <a:t>            Object </a:t>
            </a:r>
            <a:r>
              <a:rPr lang="en-IN" sz="1200" dirty="0" err="1"/>
              <a:t>rawOut</a:t>
            </a:r>
            <a:r>
              <a:rPr lang="en-IN" sz="1200" dirty="0"/>
              <a:t> = </a:t>
            </a:r>
            <a:r>
              <a:rPr lang="en-IN" sz="1200" dirty="0" err="1"/>
              <a:t>result.get</a:t>
            </a:r>
            <a:r>
              <a:rPr lang="en-IN" sz="1200" dirty="0"/>
              <a:t>(0).</a:t>
            </a:r>
            <a:r>
              <a:rPr lang="en-IN" sz="1200" dirty="0" err="1"/>
              <a:t>getValue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Bitmap </a:t>
            </a:r>
            <a:r>
              <a:rPr lang="en-IN" sz="1200" dirty="0" err="1"/>
              <a:t>outBmp</a:t>
            </a:r>
            <a:r>
              <a:rPr lang="en-IN" sz="1200" dirty="0"/>
              <a:t> = null;</a:t>
            </a:r>
          </a:p>
          <a:p>
            <a:r>
              <a:rPr lang="en-IN" sz="1200" dirty="0"/>
              <a:t>            if (</a:t>
            </a:r>
            <a:r>
              <a:rPr lang="en-IN" sz="1200" dirty="0" err="1"/>
              <a:t>rawOut</a:t>
            </a:r>
            <a:r>
              <a:rPr lang="en-IN" sz="1200" dirty="0"/>
              <a:t> </a:t>
            </a:r>
            <a:r>
              <a:rPr lang="en-IN" sz="1200" dirty="0" err="1"/>
              <a:t>instanceof</a:t>
            </a:r>
            <a:r>
              <a:rPr lang="en-IN" sz="1200" dirty="0"/>
              <a:t> float[][][][]) {</a:t>
            </a:r>
          </a:p>
          <a:p>
            <a:r>
              <a:rPr lang="en-IN" sz="1200" dirty="0"/>
              <a:t>                float[][][][] out = (float[][][][]) </a:t>
            </a:r>
            <a:r>
              <a:rPr lang="en-IN" sz="1200" dirty="0" err="1"/>
              <a:t>rawOut</a:t>
            </a:r>
            <a:r>
              <a:rPr lang="en-IN" sz="1200" dirty="0"/>
              <a:t>;</a:t>
            </a:r>
          </a:p>
          <a:p>
            <a:r>
              <a:rPr lang="en-IN" sz="1200" dirty="0"/>
              <a:t>                int h = out[0][0].length;</a:t>
            </a:r>
          </a:p>
          <a:p>
            <a:r>
              <a:rPr lang="en-IN" sz="1200" dirty="0"/>
              <a:t>                int w = out[0][0][0].length;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outBmp</a:t>
            </a:r>
            <a:r>
              <a:rPr lang="en-IN" sz="1200" dirty="0"/>
              <a:t> = </a:t>
            </a:r>
            <a:r>
              <a:rPr lang="en-IN" sz="1200" dirty="0" err="1"/>
              <a:t>Bitmap.createBitmap</a:t>
            </a:r>
            <a:r>
              <a:rPr lang="en-IN" sz="1200" dirty="0"/>
              <a:t>(w, h, Bitmap.Config.ARGB_8888);</a:t>
            </a:r>
          </a:p>
          <a:p>
            <a:r>
              <a:rPr lang="en-IN" sz="1200" dirty="0"/>
              <a:t>                for (int y = 0; y &lt; h; y++) {</a:t>
            </a:r>
          </a:p>
          <a:p>
            <a:r>
              <a:rPr lang="en-IN" sz="1200" dirty="0"/>
              <a:t>                    for (int x = 0; x &lt; w; x++) {</a:t>
            </a:r>
          </a:p>
          <a:p>
            <a:r>
              <a:rPr lang="en-IN" sz="1200" dirty="0"/>
              <a:t>                        int r = </a:t>
            </a:r>
            <a:r>
              <a:rPr lang="en-IN" sz="1200" dirty="0" err="1"/>
              <a:t>Math.min</a:t>
            </a:r>
            <a:r>
              <a:rPr lang="en-IN" sz="1200" dirty="0"/>
              <a:t>(255, </a:t>
            </a:r>
            <a:r>
              <a:rPr lang="en-IN" sz="1200" dirty="0" err="1"/>
              <a:t>Math.max</a:t>
            </a:r>
            <a:r>
              <a:rPr lang="en-IN" sz="1200" dirty="0"/>
              <a:t>(0, (int) (out[0][0][y][x] * 255)));</a:t>
            </a:r>
          </a:p>
          <a:p>
            <a:r>
              <a:rPr lang="en-IN" sz="1200" dirty="0"/>
              <a:t>                        int g = </a:t>
            </a:r>
            <a:r>
              <a:rPr lang="en-IN" sz="1200" dirty="0" err="1"/>
              <a:t>Math.min</a:t>
            </a:r>
            <a:r>
              <a:rPr lang="en-IN" sz="1200" dirty="0"/>
              <a:t>(255, </a:t>
            </a:r>
            <a:r>
              <a:rPr lang="en-IN" sz="1200" dirty="0" err="1"/>
              <a:t>Math.max</a:t>
            </a:r>
            <a:r>
              <a:rPr lang="en-IN" sz="1200" dirty="0"/>
              <a:t>(0, (int) (out[0][1][y][x] * 255)));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827366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6427FC-7283-14B9-273C-D14B17F74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1FCAB-1868-329B-6B41-2EA56B6EEDE7}"/>
              </a:ext>
            </a:extLst>
          </p:cNvPr>
          <p:cNvSpPr txBox="1"/>
          <p:nvPr/>
        </p:nvSpPr>
        <p:spPr>
          <a:xfrm>
            <a:off x="110613" y="102393"/>
            <a:ext cx="892277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int b = </a:t>
            </a:r>
            <a:r>
              <a:rPr lang="en-IN" sz="1200" dirty="0" err="1"/>
              <a:t>Math.min</a:t>
            </a:r>
            <a:r>
              <a:rPr lang="en-IN" sz="1200" dirty="0"/>
              <a:t>(255, </a:t>
            </a:r>
            <a:r>
              <a:rPr lang="en-IN" sz="1200" dirty="0" err="1"/>
              <a:t>Math.max</a:t>
            </a:r>
            <a:r>
              <a:rPr lang="en-IN" sz="1200" dirty="0"/>
              <a:t>(0, (int) (out[0][2][y][x] * 255)));</a:t>
            </a:r>
          </a:p>
          <a:p>
            <a:r>
              <a:rPr lang="en-IN" sz="1200" dirty="0"/>
              <a:t>                        </a:t>
            </a:r>
            <a:r>
              <a:rPr lang="en-IN" sz="1200" dirty="0" err="1"/>
              <a:t>outBmp.setPixel</a:t>
            </a:r>
            <a:r>
              <a:rPr lang="en-IN" sz="1200" dirty="0"/>
              <a:t>(x, y, </a:t>
            </a:r>
            <a:r>
              <a:rPr lang="en-IN" sz="1200" dirty="0" err="1"/>
              <a:t>Color.rgb</a:t>
            </a:r>
            <a:r>
              <a:rPr lang="en-IN" sz="1200" dirty="0"/>
              <a:t>(r, g, b));</a:t>
            </a:r>
          </a:p>
          <a:p>
            <a:r>
              <a:rPr lang="en-IN" sz="1200" dirty="0"/>
              <a:t>                    }</a:t>
            </a:r>
          </a:p>
          <a:p>
            <a:r>
              <a:rPr lang="en-IN" sz="1200" dirty="0"/>
              <a:t>                }</a:t>
            </a:r>
          </a:p>
          <a:p>
            <a:r>
              <a:rPr lang="en-IN" sz="1200" dirty="0"/>
              <a:t>                Bitmap scaled = </a:t>
            </a:r>
            <a:r>
              <a:rPr lang="en-IN" sz="1200" dirty="0" err="1"/>
              <a:t>Bitmap.createScaledBitmap</a:t>
            </a:r>
            <a:r>
              <a:rPr lang="en-IN" sz="1200" dirty="0"/>
              <a:t>(</a:t>
            </a:r>
            <a:r>
              <a:rPr lang="en-IN" sz="1200" dirty="0" err="1"/>
              <a:t>outBmp</a:t>
            </a:r>
            <a:r>
              <a:rPr lang="en-IN" sz="1200" dirty="0"/>
              <a:t>, </a:t>
            </a:r>
            <a:r>
              <a:rPr lang="en-IN" sz="1200" dirty="0" err="1"/>
              <a:t>input.getWidth</a:t>
            </a:r>
            <a:r>
              <a:rPr lang="en-IN" sz="1200" dirty="0"/>
              <a:t>(), </a:t>
            </a:r>
            <a:r>
              <a:rPr lang="en-IN" sz="1200" dirty="0" err="1"/>
              <a:t>input.getHeight</a:t>
            </a:r>
            <a:r>
              <a:rPr lang="en-IN" sz="1200" dirty="0"/>
              <a:t>(), true);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outBmp.recycle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tensor.close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result.close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return scaled;</a:t>
            </a:r>
          </a:p>
          <a:p>
            <a:r>
              <a:rPr lang="en-IN" sz="1200" dirty="0"/>
              <a:t>            } else {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Log.e</a:t>
            </a:r>
            <a:r>
              <a:rPr lang="en-IN" sz="1200" dirty="0"/>
              <a:t>(TAG, "Unexpected ONNX output type: " + </a:t>
            </a:r>
            <a:r>
              <a:rPr lang="en-IN" sz="1200" dirty="0" err="1"/>
              <a:t>rawOut.getClass</a:t>
            </a:r>
            <a:r>
              <a:rPr lang="en-IN" sz="1200" dirty="0"/>
              <a:t>());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tensor.close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result.close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return </a:t>
            </a:r>
            <a:r>
              <a:rPr lang="en-IN" sz="1200" dirty="0" err="1"/>
              <a:t>applyOpenCVSketch</a:t>
            </a:r>
            <a:r>
              <a:rPr lang="en-IN" sz="1200" dirty="0"/>
              <a:t>(input);</a:t>
            </a:r>
          </a:p>
          <a:p>
            <a:r>
              <a:rPr lang="en-IN" sz="1200" dirty="0"/>
              <a:t>            }</a:t>
            </a:r>
          </a:p>
          <a:p>
            <a:r>
              <a:rPr lang="en-IN" sz="1200" dirty="0"/>
              <a:t>        } catch (Exception e)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Log.e</a:t>
            </a:r>
            <a:r>
              <a:rPr lang="en-IN" sz="1200" dirty="0"/>
              <a:t>(TAG, "</a:t>
            </a:r>
            <a:r>
              <a:rPr lang="en-IN" sz="1200" dirty="0" err="1"/>
              <a:t>applyOnnxSketch</a:t>
            </a:r>
            <a:r>
              <a:rPr lang="en-IN" sz="1200" dirty="0"/>
              <a:t> error: " + </a:t>
            </a:r>
            <a:r>
              <a:rPr lang="en-IN" sz="1200" dirty="0" err="1"/>
              <a:t>e.getMessage</a:t>
            </a:r>
            <a:r>
              <a:rPr lang="en-IN" sz="1200" dirty="0"/>
              <a:t>());</a:t>
            </a:r>
          </a:p>
          <a:p>
            <a:r>
              <a:rPr lang="en-IN" sz="1200" dirty="0"/>
              <a:t>            return </a:t>
            </a:r>
            <a:r>
              <a:rPr lang="en-IN" sz="1200" dirty="0" err="1"/>
              <a:t>applyOpenCVSketch</a:t>
            </a:r>
            <a:r>
              <a:rPr lang="en-IN" sz="1200" dirty="0"/>
              <a:t>(input);</a:t>
            </a:r>
          </a:p>
          <a:p>
            <a:r>
              <a:rPr lang="en-IN" sz="1200" dirty="0"/>
              <a:t>        }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    // Stylize (cartoon)</a:t>
            </a:r>
          </a:p>
          <a:p>
            <a:r>
              <a:rPr lang="en-IN" sz="1200" dirty="0"/>
              <a:t>    private static Bitmap </a:t>
            </a:r>
            <a:r>
              <a:rPr lang="en-IN" sz="1200" dirty="0" err="1"/>
              <a:t>applyStylizeEffect</a:t>
            </a:r>
            <a:r>
              <a:rPr lang="en-IN" sz="1200" dirty="0"/>
              <a:t>(Bitmap input) {</a:t>
            </a:r>
          </a:p>
          <a:p>
            <a:r>
              <a:rPr lang="en-IN" sz="1200" dirty="0"/>
              <a:t>        Mat </a:t>
            </a:r>
            <a:r>
              <a:rPr lang="en-IN" sz="1200" dirty="0" err="1"/>
              <a:t>src</a:t>
            </a:r>
            <a:r>
              <a:rPr lang="en-IN" sz="1200" dirty="0"/>
              <a:t> = new Mat();</a:t>
            </a:r>
          </a:p>
          <a:p>
            <a:r>
              <a:rPr lang="en-IN" sz="1200" dirty="0"/>
              <a:t>        try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Utils.bitmapToMat</a:t>
            </a:r>
            <a:r>
              <a:rPr lang="en-IN" sz="1200" dirty="0"/>
              <a:t>(input, </a:t>
            </a:r>
            <a:r>
              <a:rPr lang="en-IN" sz="1200" dirty="0" err="1"/>
              <a:t>src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if (</a:t>
            </a:r>
            <a:r>
              <a:rPr lang="en-IN" sz="1200" dirty="0" err="1"/>
              <a:t>src.channels</a:t>
            </a:r>
            <a:r>
              <a:rPr lang="en-IN" sz="1200" dirty="0"/>
              <a:t>() == 4) </a:t>
            </a:r>
            <a:r>
              <a:rPr lang="en-IN" sz="1200" dirty="0" err="1"/>
              <a:t>Imgproc.cvtColor</a:t>
            </a:r>
            <a:r>
              <a:rPr lang="en-IN" sz="1200" dirty="0"/>
              <a:t>(</a:t>
            </a:r>
            <a:r>
              <a:rPr lang="en-IN" sz="1200" dirty="0" err="1"/>
              <a:t>src</a:t>
            </a:r>
            <a:r>
              <a:rPr lang="en-IN" sz="1200" dirty="0"/>
              <a:t>, </a:t>
            </a:r>
            <a:r>
              <a:rPr lang="en-IN" sz="1200" dirty="0" err="1"/>
              <a:t>src</a:t>
            </a:r>
            <a:r>
              <a:rPr lang="en-IN" sz="1200" dirty="0"/>
              <a:t>, Imgproc.COLOR_RGBA2BGR);</a:t>
            </a:r>
          </a:p>
          <a:p>
            <a:r>
              <a:rPr lang="en-IN" sz="1200" dirty="0"/>
              <a:t>            Mat </a:t>
            </a:r>
            <a:r>
              <a:rPr lang="en-IN" sz="1200" dirty="0" err="1"/>
              <a:t>dst</a:t>
            </a:r>
            <a:r>
              <a:rPr lang="en-IN" sz="1200" dirty="0"/>
              <a:t> = new Mat();</a:t>
            </a:r>
          </a:p>
          <a:p>
            <a:r>
              <a:rPr lang="en-IN" sz="1200" dirty="0"/>
              <a:t>           </a:t>
            </a:r>
          </a:p>
        </p:txBody>
      </p:sp>
    </p:spTree>
    <p:extLst>
      <p:ext uri="{BB962C8B-B14F-4D97-AF65-F5344CB8AC3E}">
        <p14:creationId xmlns:p14="http://schemas.microsoft.com/office/powerpoint/2010/main" val="2811796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43CA54-41C4-6526-3D57-630971718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CA2106-E4EF-5513-6C90-BC0C12BE6EBA}"/>
              </a:ext>
            </a:extLst>
          </p:cNvPr>
          <p:cNvSpPr txBox="1"/>
          <p:nvPr/>
        </p:nvSpPr>
        <p:spPr>
          <a:xfrm>
            <a:off x="129540" y="0"/>
            <a:ext cx="875538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err="1"/>
              <a:t>Imgproc.cvtColor</a:t>
            </a:r>
            <a:r>
              <a:rPr lang="en-IN" sz="1100" dirty="0"/>
              <a:t>(</a:t>
            </a:r>
            <a:r>
              <a:rPr lang="en-IN" sz="1100" dirty="0" err="1"/>
              <a:t>dst</a:t>
            </a:r>
            <a:r>
              <a:rPr lang="en-IN" sz="1100" dirty="0"/>
              <a:t>, </a:t>
            </a:r>
            <a:r>
              <a:rPr lang="en-IN" sz="1100" dirty="0" err="1"/>
              <a:t>dstRGBA</a:t>
            </a:r>
            <a:r>
              <a:rPr lang="en-IN" sz="1100" dirty="0"/>
              <a:t>, Imgproc.COLOR_BGR2RGBA);</a:t>
            </a:r>
          </a:p>
          <a:p>
            <a:r>
              <a:rPr lang="en-IN" sz="1100" dirty="0"/>
              <a:t>            Bitmap output = </a:t>
            </a:r>
            <a:r>
              <a:rPr lang="en-IN" sz="1100" dirty="0" err="1"/>
              <a:t>Bitmap.createBitmap</a:t>
            </a:r>
            <a:r>
              <a:rPr lang="en-IN" sz="1100" dirty="0"/>
              <a:t>(</a:t>
            </a:r>
            <a:r>
              <a:rPr lang="en-IN" sz="1100" dirty="0" err="1"/>
              <a:t>dstRGBA.cols</a:t>
            </a:r>
            <a:r>
              <a:rPr lang="en-IN" sz="1100" dirty="0"/>
              <a:t>(), </a:t>
            </a:r>
            <a:r>
              <a:rPr lang="en-IN" sz="1100" dirty="0" err="1"/>
              <a:t>dstRGBA.rows</a:t>
            </a:r>
            <a:r>
              <a:rPr lang="en-IN" sz="1100" dirty="0"/>
              <a:t>(), Bitmap.Config.ARGB_8888);</a:t>
            </a:r>
          </a:p>
          <a:p>
            <a:r>
              <a:rPr lang="en-IN" sz="1100" dirty="0"/>
              <a:t>            </a:t>
            </a:r>
            <a:r>
              <a:rPr lang="en-IN" sz="1100" dirty="0" err="1"/>
              <a:t>Utils.matToBitmap</a:t>
            </a:r>
            <a:r>
              <a:rPr lang="en-IN" sz="1100" dirty="0"/>
              <a:t>(</a:t>
            </a:r>
            <a:r>
              <a:rPr lang="en-IN" sz="1100" dirty="0" err="1"/>
              <a:t>dstRGBA</a:t>
            </a:r>
            <a:r>
              <a:rPr lang="en-IN" sz="1100" dirty="0"/>
              <a:t>, output);</a:t>
            </a:r>
          </a:p>
          <a:p>
            <a:r>
              <a:rPr lang="en-IN" sz="1100" dirty="0"/>
              <a:t>            </a:t>
            </a:r>
            <a:r>
              <a:rPr lang="en-IN" sz="1100" dirty="0" err="1"/>
              <a:t>src.release</a:t>
            </a:r>
            <a:r>
              <a:rPr lang="en-IN" sz="1100" dirty="0"/>
              <a:t>(); </a:t>
            </a:r>
            <a:r>
              <a:rPr lang="en-IN" sz="1100" dirty="0" err="1"/>
              <a:t>dst.release</a:t>
            </a:r>
            <a:r>
              <a:rPr lang="en-IN" sz="1100" dirty="0"/>
              <a:t>(); </a:t>
            </a:r>
            <a:r>
              <a:rPr lang="en-IN" sz="1100" dirty="0" err="1"/>
              <a:t>dstRGBA.release</a:t>
            </a:r>
            <a:r>
              <a:rPr lang="en-IN" sz="1100" dirty="0"/>
              <a:t>();</a:t>
            </a:r>
          </a:p>
          <a:p>
            <a:r>
              <a:rPr lang="en-IN" sz="1100" dirty="0"/>
              <a:t>            return output;</a:t>
            </a:r>
          </a:p>
          <a:p>
            <a:r>
              <a:rPr lang="en-IN" sz="1100" dirty="0"/>
              <a:t>        } catch (Exception e) {</a:t>
            </a:r>
          </a:p>
          <a:p>
            <a:r>
              <a:rPr lang="en-IN" sz="1100" dirty="0"/>
              <a:t>            </a:t>
            </a:r>
            <a:r>
              <a:rPr lang="en-IN" sz="1100" dirty="0" err="1"/>
              <a:t>Log.e</a:t>
            </a:r>
            <a:r>
              <a:rPr lang="en-IN" sz="1100" dirty="0"/>
              <a:t>(TAG, "</a:t>
            </a:r>
            <a:r>
              <a:rPr lang="en-IN" sz="1100" dirty="0" err="1"/>
              <a:t>applyStylizeEffect</a:t>
            </a:r>
            <a:r>
              <a:rPr lang="en-IN" sz="1100" dirty="0"/>
              <a:t> error: " + </a:t>
            </a:r>
            <a:r>
              <a:rPr lang="en-IN" sz="1100" dirty="0" err="1"/>
              <a:t>e.getMessage</a:t>
            </a:r>
            <a:r>
              <a:rPr lang="en-IN" sz="1100" dirty="0"/>
              <a:t>());</a:t>
            </a:r>
          </a:p>
          <a:p>
            <a:r>
              <a:rPr lang="en-IN" sz="1100" dirty="0"/>
              <a:t>            if (</a:t>
            </a:r>
            <a:r>
              <a:rPr lang="en-IN" sz="1100" dirty="0" err="1"/>
              <a:t>src</a:t>
            </a:r>
            <a:r>
              <a:rPr lang="en-IN" sz="1100" dirty="0"/>
              <a:t> != null) </a:t>
            </a:r>
            <a:r>
              <a:rPr lang="en-IN" sz="1100" dirty="0" err="1"/>
              <a:t>src.release</a:t>
            </a:r>
            <a:r>
              <a:rPr lang="en-IN" sz="1100" dirty="0"/>
              <a:t>();</a:t>
            </a:r>
          </a:p>
          <a:p>
            <a:r>
              <a:rPr lang="en-IN" sz="1100" dirty="0"/>
              <a:t>            return input;</a:t>
            </a:r>
          </a:p>
          <a:p>
            <a:r>
              <a:rPr lang="en-IN" sz="1100" dirty="0"/>
              <a:t>        }</a:t>
            </a:r>
          </a:p>
          <a:p>
            <a:r>
              <a:rPr lang="en-IN" sz="1100" dirty="0"/>
              <a:t>    }</a:t>
            </a:r>
          </a:p>
          <a:p>
            <a:r>
              <a:rPr lang="en-IN" sz="1100" dirty="0"/>
              <a:t>    // copy asset helper</a:t>
            </a:r>
          </a:p>
          <a:p>
            <a:r>
              <a:rPr lang="en-IN" sz="1100" dirty="0"/>
              <a:t>    private static String </a:t>
            </a:r>
            <a:r>
              <a:rPr lang="en-IN" sz="1100" dirty="0" err="1"/>
              <a:t>copyAssetToFile</a:t>
            </a:r>
            <a:r>
              <a:rPr lang="en-IN" sz="1100" dirty="0"/>
              <a:t>(Context </a:t>
            </a:r>
            <a:r>
              <a:rPr lang="en-IN" sz="1100" dirty="0" err="1"/>
              <a:t>context</a:t>
            </a:r>
            <a:r>
              <a:rPr lang="en-IN" sz="1100" dirty="0"/>
              <a:t>, String </a:t>
            </a:r>
            <a:r>
              <a:rPr lang="en-IN" sz="1100" dirty="0" err="1"/>
              <a:t>assetName</a:t>
            </a:r>
            <a:r>
              <a:rPr lang="en-IN" sz="1100" dirty="0"/>
              <a:t>) {</a:t>
            </a:r>
          </a:p>
          <a:p>
            <a:r>
              <a:rPr lang="en-IN" sz="1100" dirty="0"/>
              <a:t>        try {</a:t>
            </a:r>
          </a:p>
          <a:p>
            <a:r>
              <a:rPr lang="en-IN" sz="1100" dirty="0"/>
              <a:t>            File </a:t>
            </a:r>
            <a:r>
              <a:rPr lang="en-IN" sz="1100" dirty="0" err="1"/>
              <a:t>outFile</a:t>
            </a:r>
            <a:r>
              <a:rPr lang="en-IN" sz="1100" dirty="0"/>
              <a:t> = new File(</a:t>
            </a:r>
            <a:r>
              <a:rPr lang="en-IN" sz="1100" dirty="0" err="1"/>
              <a:t>context.getFilesDir</a:t>
            </a:r>
            <a:r>
              <a:rPr lang="en-IN" sz="1100" dirty="0"/>
              <a:t>(), </a:t>
            </a:r>
            <a:r>
              <a:rPr lang="en-IN" sz="1100" dirty="0" err="1"/>
              <a:t>assetName</a:t>
            </a:r>
            <a:r>
              <a:rPr lang="en-IN" sz="1100" dirty="0"/>
              <a:t>);</a:t>
            </a:r>
          </a:p>
          <a:p>
            <a:r>
              <a:rPr lang="en-IN" sz="1100" dirty="0"/>
              <a:t>            if (!</a:t>
            </a:r>
            <a:r>
              <a:rPr lang="en-IN" sz="1100" dirty="0" err="1"/>
              <a:t>outFile.exists</a:t>
            </a:r>
            <a:r>
              <a:rPr lang="en-IN" sz="1100" dirty="0"/>
              <a:t>()) {</a:t>
            </a:r>
          </a:p>
          <a:p>
            <a:r>
              <a:rPr lang="en-IN" sz="1100" dirty="0"/>
              <a:t>                </a:t>
            </a:r>
            <a:r>
              <a:rPr lang="en-IN" sz="1100" dirty="0" err="1"/>
              <a:t>InputStream</a:t>
            </a:r>
            <a:r>
              <a:rPr lang="en-IN" sz="1100" dirty="0"/>
              <a:t> in = </a:t>
            </a:r>
            <a:r>
              <a:rPr lang="en-IN" sz="1100" dirty="0" err="1"/>
              <a:t>context.getAssets</a:t>
            </a:r>
            <a:r>
              <a:rPr lang="en-IN" sz="1100" dirty="0"/>
              <a:t>().open(</a:t>
            </a:r>
            <a:r>
              <a:rPr lang="en-IN" sz="1100" dirty="0" err="1"/>
              <a:t>assetName</a:t>
            </a:r>
            <a:r>
              <a:rPr lang="en-IN" sz="1100" dirty="0"/>
              <a:t>);</a:t>
            </a:r>
          </a:p>
          <a:p>
            <a:r>
              <a:rPr lang="en-IN" sz="1100" dirty="0"/>
              <a:t>                </a:t>
            </a:r>
            <a:r>
              <a:rPr lang="en-IN" sz="1100" dirty="0" err="1"/>
              <a:t>FileOutputStream</a:t>
            </a:r>
            <a:r>
              <a:rPr lang="en-IN" sz="1100" dirty="0"/>
              <a:t> out = new </a:t>
            </a:r>
            <a:r>
              <a:rPr lang="en-IN" sz="1100" dirty="0" err="1"/>
              <a:t>FileOutputStream</a:t>
            </a:r>
            <a:r>
              <a:rPr lang="en-IN" sz="1100" dirty="0"/>
              <a:t>(</a:t>
            </a:r>
            <a:r>
              <a:rPr lang="en-IN" sz="1100" dirty="0" err="1"/>
              <a:t>outFile</a:t>
            </a:r>
            <a:r>
              <a:rPr lang="en-IN" sz="1100" dirty="0"/>
              <a:t>);</a:t>
            </a:r>
          </a:p>
          <a:p>
            <a:r>
              <a:rPr lang="en-IN" sz="1100" dirty="0"/>
              <a:t>                byte[] buffer = new byte[1024];</a:t>
            </a:r>
          </a:p>
          <a:p>
            <a:r>
              <a:rPr lang="en-IN" sz="1100" dirty="0"/>
              <a:t>                int read;</a:t>
            </a:r>
          </a:p>
          <a:p>
            <a:r>
              <a:rPr lang="en-IN" sz="1100" dirty="0"/>
              <a:t>                while ((read = </a:t>
            </a:r>
            <a:r>
              <a:rPr lang="en-IN" sz="1100" dirty="0" err="1"/>
              <a:t>in.read</a:t>
            </a:r>
            <a:r>
              <a:rPr lang="en-IN" sz="1100" dirty="0"/>
              <a:t>(buffer)) != -1) </a:t>
            </a:r>
            <a:r>
              <a:rPr lang="en-IN" sz="1100" dirty="0" err="1"/>
              <a:t>out.write</a:t>
            </a:r>
            <a:r>
              <a:rPr lang="en-IN" sz="1100" dirty="0"/>
              <a:t>(buffer, 0, read);</a:t>
            </a:r>
          </a:p>
          <a:p>
            <a:r>
              <a:rPr lang="en-IN" sz="1100" dirty="0"/>
              <a:t>                </a:t>
            </a:r>
            <a:r>
              <a:rPr lang="en-IN" sz="1100" dirty="0" err="1"/>
              <a:t>in.close</a:t>
            </a:r>
            <a:r>
              <a:rPr lang="en-IN" sz="1100" dirty="0"/>
              <a:t>(); </a:t>
            </a:r>
            <a:r>
              <a:rPr lang="en-IN" sz="1100" dirty="0" err="1"/>
              <a:t>out.close</a:t>
            </a:r>
            <a:r>
              <a:rPr lang="en-IN" sz="1100" dirty="0"/>
              <a:t>();</a:t>
            </a:r>
          </a:p>
          <a:p>
            <a:r>
              <a:rPr lang="en-IN" sz="1100" dirty="0"/>
              <a:t>            }</a:t>
            </a:r>
          </a:p>
          <a:p>
            <a:r>
              <a:rPr lang="en-IN" sz="1100" dirty="0"/>
              <a:t>            return </a:t>
            </a:r>
            <a:r>
              <a:rPr lang="en-IN" sz="1100" dirty="0" err="1"/>
              <a:t>outFile.getAbsolutePath</a:t>
            </a:r>
            <a:r>
              <a:rPr lang="en-IN" sz="1100" dirty="0"/>
              <a:t>();</a:t>
            </a:r>
          </a:p>
          <a:p>
            <a:r>
              <a:rPr lang="en-IN" sz="1100" dirty="0"/>
              <a:t>        } catch (Exception e) {</a:t>
            </a:r>
          </a:p>
          <a:p>
            <a:r>
              <a:rPr lang="en-IN" sz="1100" dirty="0"/>
              <a:t>            </a:t>
            </a:r>
            <a:r>
              <a:rPr lang="en-IN" sz="1100" dirty="0" err="1"/>
              <a:t>Log.e</a:t>
            </a:r>
            <a:r>
              <a:rPr lang="en-IN" sz="1100" dirty="0"/>
              <a:t>(TAG, "</a:t>
            </a:r>
            <a:r>
              <a:rPr lang="en-IN" sz="1100" dirty="0" err="1"/>
              <a:t>copyAssetToFile</a:t>
            </a:r>
            <a:r>
              <a:rPr lang="en-IN" sz="1100" dirty="0"/>
              <a:t> error: " + </a:t>
            </a:r>
            <a:r>
              <a:rPr lang="en-IN" sz="1100" dirty="0" err="1"/>
              <a:t>e.getMessage</a:t>
            </a:r>
            <a:r>
              <a:rPr lang="en-IN" sz="1100" dirty="0"/>
              <a:t>());</a:t>
            </a:r>
          </a:p>
          <a:p>
            <a:r>
              <a:rPr lang="en-IN" sz="1100" dirty="0"/>
              <a:t>            return null;</a:t>
            </a:r>
          </a:p>
          <a:p>
            <a:r>
              <a:rPr lang="en-IN" sz="1100" dirty="0"/>
              <a:t>        }</a:t>
            </a:r>
          </a:p>
          <a:p>
            <a:r>
              <a:rPr lang="en-IN" sz="1100" dirty="0"/>
              <a:t>    }</a:t>
            </a:r>
          </a:p>
          <a:p>
            <a:r>
              <a:rPr lang="en-IN" sz="1100" dirty="0"/>
              <a:t>}</a:t>
            </a:r>
          </a:p>
          <a:p>
            <a:br>
              <a:rPr lang="en-IN" sz="1100" dirty="0"/>
            </a:b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864855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0062C0-BD8A-60EE-FE76-CECAA3FA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8D57F1-3C6C-CC61-2E71-E6AC6052F59A}"/>
              </a:ext>
            </a:extLst>
          </p:cNvPr>
          <p:cNvSpPr txBox="1"/>
          <p:nvPr/>
        </p:nvSpPr>
        <p:spPr>
          <a:xfrm>
            <a:off x="236220" y="209015"/>
            <a:ext cx="87934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400" b="1" dirty="0"/>
              <a:t>manifest_permission.txt</a:t>
            </a:r>
          </a:p>
          <a:p>
            <a:r>
              <a:rPr lang="en-IN" sz="1400" dirty="0"/>
              <a:t>&lt;manifest </a:t>
            </a:r>
            <a:r>
              <a:rPr lang="en-IN" sz="1400" dirty="0" err="1"/>
              <a:t>xmlns:android</a:t>
            </a:r>
            <a:r>
              <a:rPr lang="en-IN" sz="1400" dirty="0"/>
              <a:t>="http://schemas.android.com/</a:t>
            </a:r>
            <a:r>
              <a:rPr lang="en-IN" sz="1400" dirty="0" err="1"/>
              <a:t>apk</a:t>
            </a:r>
            <a:r>
              <a:rPr lang="en-IN" sz="1400" dirty="0"/>
              <a:t>/res/android"</a:t>
            </a:r>
          </a:p>
          <a:p>
            <a:r>
              <a:rPr lang="en-IN" sz="1400" dirty="0"/>
              <a:t>    package="</a:t>
            </a:r>
            <a:r>
              <a:rPr lang="en-IN" sz="1400" dirty="0" err="1"/>
              <a:t>com.example.ribhance</a:t>
            </a:r>
            <a:r>
              <a:rPr lang="en-IN" sz="1400" dirty="0"/>
              <a:t>"&gt;</a:t>
            </a:r>
          </a:p>
          <a:p>
            <a:endParaRPr lang="en-IN" sz="1400" dirty="0"/>
          </a:p>
          <a:p>
            <a:r>
              <a:rPr lang="en-IN" sz="1400" dirty="0"/>
              <a:t>    &lt;uses-permission </a:t>
            </a:r>
            <a:r>
              <a:rPr lang="en-IN" sz="1400" dirty="0" err="1"/>
              <a:t>android:name</a:t>
            </a:r>
            <a:r>
              <a:rPr lang="en-IN" sz="1400" dirty="0"/>
              <a:t>="</a:t>
            </a:r>
            <a:r>
              <a:rPr lang="en-IN" sz="1400" dirty="0" err="1"/>
              <a:t>android.permission.CAMERA</a:t>
            </a:r>
            <a:r>
              <a:rPr lang="en-IN" sz="1400" dirty="0"/>
              <a:t>"/&gt;</a:t>
            </a:r>
          </a:p>
          <a:p>
            <a:r>
              <a:rPr lang="en-IN" sz="1400" dirty="0"/>
              <a:t>    &lt;uses-permission </a:t>
            </a:r>
            <a:r>
              <a:rPr lang="en-IN" sz="1400" dirty="0" err="1"/>
              <a:t>android:name</a:t>
            </a:r>
            <a:r>
              <a:rPr lang="en-IN" sz="1400" dirty="0"/>
              <a:t>="</a:t>
            </a:r>
            <a:r>
              <a:rPr lang="en-IN" sz="1400" dirty="0" err="1"/>
              <a:t>android.permission.READ_EXTERNAL_STORAGE</a:t>
            </a:r>
            <a:r>
              <a:rPr lang="en-IN" sz="1400" dirty="0"/>
              <a:t>"/&gt;</a:t>
            </a:r>
          </a:p>
          <a:p>
            <a:r>
              <a:rPr lang="en-IN" sz="1400" dirty="0"/>
              <a:t>    &lt;uses-permission </a:t>
            </a:r>
            <a:r>
              <a:rPr lang="en-IN" sz="1400" dirty="0" err="1"/>
              <a:t>android:name</a:t>
            </a:r>
            <a:r>
              <a:rPr lang="en-IN" sz="1400" dirty="0"/>
              <a:t>="</a:t>
            </a:r>
            <a:r>
              <a:rPr lang="en-IN" sz="1400" dirty="0" err="1"/>
              <a:t>android.permission.WRITE_EXTERNAL_STORAGE</a:t>
            </a:r>
            <a:r>
              <a:rPr lang="en-IN" sz="1400" dirty="0"/>
              <a:t>"</a:t>
            </a:r>
          </a:p>
          <a:p>
            <a:r>
              <a:rPr lang="en-IN" sz="1400" dirty="0"/>
              <a:t>        </a:t>
            </a:r>
            <a:r>
              <a:rPr lang="en-IN" sz="1400" dirty="0" err="1"/>
              <a:t>android:maxSdkVersion</a:t>
            </a:r>
            <a:r>
              <a:rPr lang="en-IN" sz="1400" dirty="0"/>
              <a:t>="28"/&gt;</a:t>
            </a:r>
          </a:p>
          <a:p>
            <a:endParaRPr lang="en-IN" sz="1400" dirty="0"/>
          </a:p>
          <a:p>
            <a:r>
              <a:rPr lang="en-IN" sz="1400" dirty="0"/>
              <a:t>    &lt;application</a:t>
            </a:r>
          </a:p>
          <a:p>
            <a:r>
              <a:rPr lang="en-IN" sz="1400" dirty="0"/>
              <a:t>        </a:t>
            </a:r>
            <a:r>
              <a:rPr lang="en-IN" sz="1400" dirty="0" err="1"/>
              <a:t>android:allowBackup</a:t>
            </a:r>
            <a:r>
              <a:rPr lang="en-IN" sz="1400" dirty="0"/>
              <a:t>="true"</a:t>
            </a:r>
          </a:p>
          <a:p>
            <a:r>
              <a:rPr lang="en-IN" sz="1400" dirty="0"/>
              <a:t>        </a:t>
            </a:r>
            <a:r>
              <a:rPr lang="en-IN" sz="1400" dirty="0" err="1"/>
              <a:t>android:label</a:t>
            </a:r>
            <a:r>
              <a:rPr lang="en-IN" sz="1400" dirty="0"/>
              <a:t>="</a:t>
            </a:r>
            <a:r>
              <a:rPr lang="en-IN" sz="1400" dirty="0" err="1"/>
              <a:t>Ribhnace</a:t>
            </a:r>
            <a:r>
              <a:rPr lang="en-IN" sz="1400" dirty="0"/>
              <a:t>"</a:t>
            </a:r>
          </a:p>
          <a:p>
            <a:r>
              <a:rPr lang="en-IN" sz="1400" dirty="0"/>
              <a:t>        </a:t>
            </a:r>
            <a:r>
              <a:rPr lang="en-IN" sz="1400" dirty="0" err="1"/>
              <a:t>android:icon</a:t>
            </a:r>
            <a:r>
              <a:rPr lang="en-IN" sz="1400" dirty="0"/>
              <a:t>="@mipmap/</a:t>
            </a:r>
            <a:r>
              <a:rPr lang="en-IN" sz="1400" dirty="0" err="1"/>
              <a:t>ic_launcher</a:t>
            </a:r>
            <a:r>
              <a:rPr lang="en-IN" sz="1400" dirty="0"/>
              <a:t>"</a:t>
            </a:r>
          </a:p>
          <a:p>
            <a:r>
              <a:rPr lang="en-IN" sz="1400" dirty="0"/>
              <a:t>        </a:t>
            </a:r>
            <a:r>
              <a:rPr lang="en-IN" sz="1400" dirty="0" err="1"/>
              <a:t>android:theme</a:t>
            </a:r>
            <a:r>
              <a:rPr lang="en-IN" sz="1400" dirty="0"/>
              <a:t>="@style/</a:t>
            </a:r>
            <a:r>
              <a:rPr lang="en-IN" sz="1400" dirty="0" err="1"/>
              <a:t>Theme.AppCompat.Light.NoActionBar</a:t>
            </a:r>
            <a:r>
              <a:rPr lang="en-IN" sz="1400" dirty="0"/>
              <a:t>"&gt;</a:t>
            </a:r>
          </a:p>
          <a:p>
            <a:r>
              <a:rPr lang="en-IN" sz="1400" dirty="0"/>
              <a:t>        &lt;activity </a:t>
            </a:r>
            <a:r>
              <a:rPr lang="en-IN" sz="1400" dirty="0" err="1"/>
              <a:t>android:name</a:t>
            </a:r>
            <a:r>
              <a:rPr lang="en-IN" sz="1400" dirty="0"/>
              <a:t>=".MainActivity" </a:t>
            </a:r>
            <a:r>
              <a:rPr lang="en-IN" sz="1400" dirty="0" err="1"/>
              <a:t>android:exported</a:t>
            </a:r>
            <a:r>
              <a:rPr lang="en-IN" sz="1400" dirty="0"/>
              <a:t>="true"&gt;</a:t>
            </a:r>
          </a:p>
          <a:p>
            <a:r>
              <a:rPr lang="en-IN" sz="1400" dirty="0"/>
              <a:t>            &lt;intent-filter&gt;</a:t>
            </a:r>
          </a:p>
          <a:p>
            <a:r>
              <a:rPr lang="en-IN" sz="1400" dirty="0"/>
              <a:t>                &lt;action </a:t>
            </a:r>
            <a:r>
              <a:rPr lang="en-IN" sz="1400" dirty="0" err="1"/>
              <a:t>android:name</a:t>
            </a:r>
            <a:r>
              <a:rPr lang="en-IN" sz="1400" dirty="0"/>
              <a:t>="</a:t>
            </a:r>
            <a:r>
              <a:rPr lang="en-IN" sz="1400" dirty="0" err="1"/>
              <a:t>android.intent.action.MAIN</a:t>
            </a:r>
            <a:r>
              <a:rPr lang="en-IN" sz="1400" dirty="0"/>
              <a:t>"/&gt;</a:t>
            </a:r>
          </a:p>
          <a:p>
            <a:r>
              <a:rPr lang="en-IN" sz="1400" dirty="0"/>
              <a:t>                &lt;category </a:t>
            </a:r>
            <a:r>
              <a:rPr lang="en-IN" sz="1400" dirty="0" err="1"/>
              <a:t>android:name</a:t>
            </a:r>
            <a:r>
              <a:rPr lang="en-IN" sz="1400" dirty="0"/>
              <a:t>="</a:t>
            </a:r>
            <a:r>
              <a:rPr lang="en-IN" sz="1400" dirty="0" err="1"/>
              <a:t>android.intent.category.LAUNCHER</a:t>
            </a:r>
            <a:r>
              <a:rPr lang="en-IN" sz="1400" dirty="0"/>
              <a:t>"/&gt;</a:t>
            </a:r>
          </a:p>
          <a:p>
            <a:r>
              <a:rPr lang="en-IN" sz="1400" dirty="0"/>
              <a:t>            &lt;/intent-filter&gt;</a:t>
            </a:r>
          </a:p>
          <a:p>
            <a:r>
              <a:rPr lang="en-IN" sz="1400" dirty="0"/>
              <a:t>        &lt;/activity&gt;</a:t>
            </a:r>
          </a:p>
          <a:p>
            <a:r>
              <a:rPr lang="en-IN" sz="1400" dirty="0"/>
              <a:t>    &lt;/application&gt;</a:t>
            </a:r>
          </a:p>
          <a:p>
            <a:r>
              <a:rPr lang="en-IN" sz="1400" dirty="0"/>
              <a:t>&lt;/manifest&gt;</a:t>
            </a:r>
          </a:p>
        </p:txBody>
      </p:sp>
    </p:spTree>
    <p:extLst>
      <p:ext uri="{BB962C8B-B14F-4D97-AF65-F5344CB8AC3E}">
        <p14:creationId xmlns:p14="http://schemas.microsoft.com/office/powerpoint/2010/main" val="701723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EA9902-1260-C805-A563-41587C24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FBCB94-4BE6-3B4B-5F19-278DECB97FC4}"/>
              </a:ext>
            </a:extLst>
          </p:cNvPr>
          <p:cNvSpPr txBox="1"/>
          <p:nvPr/>
        </p:nvSpPr>
        <p:spPr>
          <a:xfrm>
            <a:off x="529712" y="176734"/>
            <a:ext cx="819535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ImageAdapter.java</a:t>
            </a:r>
          </a:p>
          <a:p>
            <a:r>
              <a:rPr lang="en-IN" sz="1200" dirty="0"/>
              <a:t>package </a:t>
            </a:r>
            <a:r>
              <a:rPr lang="en-IN" sz="1200" dirty="0" err="1"/>
              <a:t>com.example.ribhance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android.graphics.Bitmap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android.view.View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android.view.ViewGroup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android.widget.ImageView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android.widget.LinearLayout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androidx.annotation.NonNull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androidx.recyclerview.widget.RecyclerView</a:t>
            </a:r>
            <a:r>
              <a:rPr lang="en-IN" sz="1200" dirty="0"/>
              <a:t>;</a:t>
            </a:r>
          </a:p>
          <a:p>
            <a:r>
              <a:rPr lang="en-IN" sz="1200" dirty="0"/>
              <a:t>public class </a:t>
            </a:r>
            <a:r>
              <a:rPr lang="en-IN" sz="1200" dirty="0" err="1"/>
              <a:t>ImageAdapter</a:t>
            </a:r>
            <a:r>
              <a:rPr lang="en-IN" sz="1200" dirty="0"/>
              <a:t> extends </a:t>
            </a:r>
            <a:r>
              <a:rPr lang="en-IN" sz="1200" dirty="0" err="1"/>
              <a:t>RecyclerView.Adapter</a:t>
            </a:r>
            <a:r>
              <a:rPr lang="en-IN" sz="1200" dirty="0"/>
              <a:t>&lt;</a:t>
            </a:r>
            <a:r>
              <a:rPr lang="en-IN" sz="1200" dirty="0" err="1"/>
              <a:t>ImageAdapter.VH</a:t>
            </a:r>
            <a:r>
              <a:rPr lang="en-IN" sz="1200" dirty="0"/>
              <a:t>&gt; {</a:t>
            </a:r>
          </a:p>
          <a:p>
            <a:r>
              <a:rPr lang="en-IN" sz="1200" dirty="0"/>
              <a:t>private Bitmap original, processed;</a:t>
            </a:r>
          </a:p>
          <a:p>
            <a:r>
              <a:rPr lang="en-IN" sz="1200" dirty="0"/>
              <a:t> public void </a:t>
            </a:r>
            <a:r>
              <a:rPr lang="en-IN" sz="1200" dirty="0" err="1"/>
              <a:t>setBitmaps</a:t>
            </a:r>
            <a:r>
              <a:rPr lang="en-IN" sz="1200" dirty="0"/>
              <a:t>(Bitmap </a:t>
            </a:r>
            <a:r>
              <a:rPr lang="en-IN" sz="1200" dirty="0" err="1"/>
              <a:t>orig</a:t>
            </a:r>
            <a:r>
              <a:rPr lang="en-IN" sz="1200" dirty="0"/>
              <a:t>, Bitmap proc) {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this.original</a:t>
            </a:r>
            <a:r>
              <a:rPr lang="en-IN" sz="1200" dirty="0"/>
              <a:t> = </a:t>
            </a:r>
            <a:r>
              <a:rPr lang="en-IN" sz="1200" dirty="0" err="1"/>
              <a:t>orig</a:t>
            </a:r>
            <a:r>
              <a:rPr lang="en-IN" sz="1200" dirty="0"/>
              <a:t>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this.processed</a:t>
            </a:r>
            <a:r>
              <a:rPr lang="en-IN" sz="1200" dirty="0"/>
              <a:t> = proc;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notifyDataSetChanged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@NonNull</a:t>
            </a:r>
          </a:p>
          <a:p>
            <a:r>
              <a:rPr lang="en-IN" sz="1200" dirty="0"/>
              <a:t>    @Override</a:t>
            </a:r>
          </a:p>
          <a:p>
            <a:r>
              <a:rPr lang="en-IN" sz="1200" dirty="0"/>
              <a:t>public VH </a:t>
            </a:r>
            <a:r>
              <a:rPr lang="en-IN" sz="1200" dirty="0" err="1"/>
              <a:t>onCreateViewHolder</a:t>
            </a:r>
            <a:r>
              <a:rPr lang="en-IN" sz="1200" dirty="0"/>
              <a:t>(@NonNull </a:t>
            </a:r>
            <a:r>
              <a:rPr lang="en-IN" sz="1200" dirty="0" err="1"/>
              <a:t>ViewGroup</a:t>
            </a:r>
            <a:r>
              <a:rPr lang="en-IN" sz="1200" dirty="0"/>
              <a:t> parent, int </a:t>
            </a:r>
            <a:r>
              <a:rPr lang="en-IN" sz="1200" dirty="0" err="1"/>
              <a:t>viewType</a:t>
            </a:r>
            <a:r>
              <a:rPr lang="en-IN" sz="1200" dirty="0"/>
              <a:t>) {</a:t>
            </a:r>
          </a:p>
          <a:p>
            <a:r>
              <a:rPr lang="en-IN" sz="1200" dirty="0" err="1"/>
              <a:t>LinearLayout</a:t>
            </a:r>
            <a:r>
              <a:rPr lang="en-IN" sz="1200" dirty="0"/>
              <a:t> container = new </a:t>
            </a:r>
            <a:r>
              <a:rPr lang="en-IN" sz="1200" dirty="0" err="1"/>
              <a:t>LinearLayout</a:t>
            </a:r>
            <a:r>
              <a:rPr lang="en-IN" sz="1200" dirty="0"/>
              <a:t>(</a:t>
            </a:r>
            <a:r>
              <a:rPr lang="en-IN" sz="1200" dirty="0" err="1"/>
              <a:t>parent.getContext</a:t>
            </a:r>
            <a:r>
              <a:rPr lang="en-IN" sz="1200" dirty="0"/>
              <a:t>());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container.setOrientation</a:t>
            </a:r>
            <a:r>
              <a:rPr lang="en-IN" sz="1200" dirty="0"/>
              <a:t>(</a:t>
            </a:r>
            <a:r>
              <a:rPr lang="en-IN" sz="1200" dirty="0" err="1"/>
              <a:t>LinearLayout.HORIZONTAL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</a:t>
            </a:r>
            <a:r>
              <a:rPr lang="en-IN" sz="1200" dirty="0" err="1"/>
              <a:t>container.setLayoutParams</a:t>
            </a:r>
            <a:r>
              <a:rPr lang="en-IN" sz="1200" dirty="0"/>
              <a:t>(new </a:t>
            </a:r>
            <a:r>
              <a:rPr lang="en-IN" sz="1200" dirty="0" err="1"/>
              <a:t>ViewGroup.LayoutParams</a:t>
            </a:r>
            <a:r>
              <a:rPr lang="en-IN" sz="1200" dirty="0"/>
              <a:t>(</a:t>
            </a:r>
            <a:r>
              <a:rPr lang="en-IN" sz="1200" dirty="0" err="1"/>
              <a:t>ViewGroup.LayoutParams.MATCH_PARENT</a:t>
            </a:r>
            <a:r>
              <a:rPr lang="en-IN" sz="1200" dirty="0"/>
              <a:t>, </a:t>
            </a:r>
            <a:r>
              <a:rPr lang="en-IN" sz="1200" dirty="0" err="1"/>
              <a:t>ViewGroup.LayoutParams.MATCH_PARENT</a:t>
            </a:r>
            <a:r>
              <a:rPr lang="en-IN" sz="1200" dirty="0"/>
              <a:t>));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ImageView</a:t>
            </a:r>
            <a:r>
              <a:rPr lang="en-IN" sz="1200" dirty="0"/>
              <a:t> iv1 = new </a:t>
            </a:r>
            <a:r>
              <a:rPr lang="en-IN" sz="1200" dirty="0" err="1"/>
              <a:t>ImageView</a:t>
            </a:r>
            <a:r>
              <a:rPr lang="en-IN" sz="1200" dirty="0"/>
              <a:t>(</a:t>
            </a:r>
            <a:r>
              <a:rPr lang="en-IN" sz="1200" dirty="0" err="1"/>
              <a:t>parent.getContext</a:t>
            </a:r>
            <a:r>
              <a:rPr lang="en-IN" sz="1200" dirty="0"/>
              <a:t>());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ImageView</a:t>
            </a:r>
            <a:r>
              <a:rPr lang="en-IN" sz="1200" dirty="0"/>
              <a:t> iv2 = new </a:t>
            </a:r>
            <a:r>
              <a:rPr lang="en-IN" sz="1200" dirty="0" err="1"/>
              <a:t>ImageView</a:t>
            </a:r>
            <a:r>
              <a:rPr lang="en-IN" sz="1200" dirty="0"/>
              <a:t>(</a:t>
            </a:r>
            <a:r>
              <a:rPr lang="en-IN" sz="1200" dirty="0" err="1"/>
              <a:t>parent.getContext</a:t>
            </a:r>
            <a:r>
              <a:rPr lang="en-IN" sz="1200" dirty="0"/>
              <a:t>());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LinearLayout.LayoutParams</a:t>
            </a:r>
            <a:r>
              <a:rPr lang="en-IN" sz="1200" dirty="0"/>
              <a:t> </a:t>
            </a:r>
            <a:r>
              <a:rPr lang="en-IN" sz="1200" dirty="0" err="1"/>
              <a:t>lp</a:t>
            </a:r>
            <a:r>
              <a:rPr lang="en-IN" sz="1200" dirty="0"/>
              <a:t> = new </a:t>
            </a:r>
            <a:r>
              <a:rPr lang="en-IN" sz="1200" dirty="0" err="1"/>
              <a:t>LinearLayout.LayoutParams</a:t>
            </a:r>
            <a:r>
              <a:rPr lang="en-IN" sz="1200" dirty="0"/>
              <a:t>(0, </a:t>
            </a:r>
            <a:r>
              <a:rPr lang="en-IN" sz="1200" dirty="0" err="1"/>
              <a:t>ViewGroup.LayoutParams.MATCH_PARENT</a:t>
            </a:r>
            <a:r>
              <a:rPr lang="en-IN" sz="1200" dirty="0"/>
              <a:t>, 1f);</a:t>
            </a:r>
          </a:p>
          <a:p>
            <a:endParaRPr lang="en-IN" sz="1200" dirty="0"/>
          </a:p>
          <a:p>
            <a:r>
              <a:rPr lang="en-IN" dirty="0"/>
              <a:t>   </a:t>
            </a:r>
            <a:br>
              <a:rPr lang="en-IN" dirty="0"/>
            </a:br>
            <a:endParaRPr lang="en-IN" dirty="0"/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57505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3707-4C97-B67C-D7FD-FDEBDCB91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8187690" cy="4572476"/>
          </a:xfrm>
        </p:spPr>
        <p:txBody>
          <a:bodyPr>
            <a:normAutofit/>
          </a:bodyPr>
          <a:lstStyle/>
          <a:p>
            <a:br>
              <a:rPr lang="en-IN" sz="1600" dirty="0"/>
            </a:br>
            <a:endParaRPr lang="en-IN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D41EFA-0AA3-8B45-EFDB-4346A18F4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3AEA4-49CA-EABB-BB34-58AD75D5E5D0}"/>
              </a:ext>
            </a:extLst>
          </p:cNvPr>
          <p:cNvSpPr txBox="1"/>
          <p:nvPr/>
        </p:nvSpPr>
        <p:spPr>
          <a:xfrm>
            <a:off x="569656" y="0"/>
            <a:ext cx="7886700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        </a:t>
            </a:r>
            <a:r>
              <a:rPr lang="en-IN" sz="1200" dirty="0"/>
              <a:t>iv1.setLayoutParams(</a:t>
            </a:r>
            <a:r>
              <a:rPr lang="en-IN" sz="1200" dirty="0" err="1"/>
              <a:t>lp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iv2.setLayoutParams(</a:t>
            </a:r>
            <a:r>
              <a:rPr lang="en-IN" sz="1200" dirty="0" err="1"/>
              <a:t>lp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  iv1.setScaleType(</a:t>
            </a:r>
            <a:r>
              <a:rPr lang="en-IN" sz="1200" dirty="0" err="1"/>
              <a:t>ImageView.ScaleType.FIT_CENTER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iv2.setScaleType(</a:t>
            </a:r>
            <a:r>
              <a:rPr lang="en-IN" sz="1200" dirty="0" err="1"/>
              <a:t>ImageView.ScaleType.FIT_CENTER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container.addView</a:t>
            </a:r>
            <a:r>
              <a:rPr lang="en-IN" sz="1200" dirty="0"/>
              <a:t>(iv1);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container.addView</a:t>
            </a:r>
            <a:r>
              <a:rPr lang="en-IN" sz="1200" dirty="0"/>
              <a:t>(iv2);</a:t>
            </a:r>
          </a:p>
          <a:p>
            <a:r>
              <a:rPr lang="en-IN" sz="1200" dirty="0"/>
              <a:t>    return new VH(container, iv1, iv2);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    @Override</a:t>
            </a:r>
          </a:p>
          <a:p>
            <a:r>
              <a:rPr lang="en-IN" sz="1200" dirty="0"/>
              <a:t>    public void </a:t>
            </a:r>
            <a:r>
              <a:rPr lang="en-IN" sz="1200" dirty="0" err="1"/>
              <a:t>onBindViewHolder</a:t>
            </a:r>
            <a:r>
              <a:rPr lang="en-IN" sz="1200" dirty="0"/>
              <a:t>(@NonNull VH holder, int position) {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holder.left.setImageBitmap</a:t>
            </a:r>
            <a:r>
              <a:rPr lang="en-IN" sz="1200" dirty="0"/>
              <a:t>(original);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holder.right.setImageBitmap</a:t>
            </a:r>
            <a:r>
              <a:rPr lang="en-IN" sz="1200" dirty="0"/>
              <a:t>(processed);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     @Override</a:t>
            </a:r>
          </a:p>
          <a:p>
            <a:r>
              <a:rPr lang="en-IN" sz="1200" dirty="0"/>
              <a:t>    public int </a:t>
            </a:r>
            <a:r>
              <a:rPr lang="en-IN" sz="1200" dirty="0" err="1"/>
              <a:t>getItemCount</a:t>
            </a:r>
            <a:r>
              <a:rPr lang="en-IN" sz="1200" dirty="0"/>
              <a:t>() {</a:t>
            </a:r>
          </a:p>
          <a:p>
            <a:r>
              <a:rPr lang="en-IN" sz="1200" dirty="0"/>
              <a:t>        // single page showing both images side-by-side</a:t>
            </a:r>
          </a:p>
          <a:p>
            <a:r>
              <a:rPr lang="en-IN" sz="1200" dirty="0"/>
              <a:t>        return 1;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    static class VH extends </a:t>
            </a:r>
            <a:r>
              <a:rPr lang="en-IN" sz="1200" dirty="0" err="1"/>
              <a:t>RecyclerView.ViewHolder</a:t>
            </a:r>
            <a:r>
              <a:rPr lang="en-IN" sz="1200" dirty="0"/>
              <a:t> {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ImageView</a:t>
            </a:r>
            <a:r>
              <a:rPr lang="en-IN" sz="1200" dirty="0"/>
              <a:t> left, right;</a:t>
            </a:r>
          </a:p>
          <a:p>
            <a:r>
              <a:rPr lang="en-IN" sz="1200" dirty="0"/>
              <a:t>        VH(@NonNull View </a:t>
            </a:r>
            <a:r>
              <a:rPr lang="en-IN" sz="1200" dirty="0" err="1"/>
              <a:t>itemView</a:t>
            </a:r>
            <a:r>
              <a:rPr lang="en-IN" sz="1200" dirty="0"/>
              <a:t>, </a:t>
            </a:r>
            <a:r>
              <a:rPr lang="en-IN" sz="1200" dirty="0" err="1"/>
              <a:t>ImageView</a:t>
            </a:r>
            <a:r>
              <a:rPr lang="en-IN" sz="1200" dirty="0"/>
              <a:t> l, </a:t>
            </a:r>
            <a:r>
              <a:rPr lang="en-IN" sz="1200" dirty="0" err="1"/>
              <a:t>ImageView</a:t>
            </a:r>
            <a:r>
              <a:rPr lang="en-IN" sz="1200" dirty="0"/>
              <a:t> r) {</a:t>
            </a:r>
          </a:p>
          <a:p>
            <a:r>
              <a:rPr lang="en-IN" sz="1200" dirty="0"/>
              <a:t>            super(</a:t>
            </a:r>
            <a:r>
              <a:rPr lang="en-IN" sz="1200" dirty="0" err="1"/>
              <a:t>itemView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left = l;</a:t>
            </a:r>
          </a:p>
          <a:p>
            <a:r>
              <a:rPr lang="en-IN" sz="1200" dirty="0"/>
              <a:t>            right = r;</a:t>
            </a:r>
          </a:p>
          <a:p>
            <a:r>
              <a:rPr lang="en-IN" sz="1200" dirty="0"/>
              <a:t>        }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}</a:t>
            </a:r>
          </a:p>
          <a:p>
            <a:endParaRPr lang="en-IN" sz="1200" dirty="0"/>
          </a:p>
          <a:p>
            <a:endParaRPr lang="en-IN" sz="1200" dirty="0"/>
          </a:p>
          <a:p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       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6971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AD72B1-3768-10DB-EC97-BC6CB19E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DCB97D-8728-937C-BEE1-C838466B8D7E}"/>
              </a:ext>
            </a:extLst>
          </p:cNvPr>
          <p:cNvSpPr txBox="1"/>
          <p:nvPr/>
        </p:nvSpPr>
        <p:spPr>
          <a:xfrm>
            <a:off x="368710" y="280219"/>
            <a:ext cx="8325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           </a:t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83B37A-EDBC-C027-43D0-96CB6AA8ABF5}"/>
              </a:ext>
            </a:extLst>
          </p:cNvPr>
          <p:cNvSpPr txBox="1"/>
          <p:nvPr/>
        </p:nvSpPr>
        <p:spPr>
          <a:xfrm>
            <a:off x="449826" y="131152"/>
            <a:ext cx="850244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ImageUtils.java</a:t>
            </a:r>
          </a:p>
          <a:p>
            <a:r>
              <a:rPr lang="en-IN" sz="1200" dirty="0"/>
              <a:t>package </a:t>
            </a:r>
            <a:r>
              <a:rPr lang="en-IN" sz="1200" dirty="0" err="1"/>
              <a:t>com.example.ribhance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android.content.ContentValues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android.content.Context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android.graphics.Bitmap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android.graphics.BitmapFactory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android.graphics.ImageFormat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android.graphics.Matrix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android.graphics.Rect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android.graphics.YuvImage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android.net.Uri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android.os.Build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android.provider.MediaStore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android.util.Log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androidx.camera.core.ImageProxy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java.io.ByteArrayOutputStream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java.io.OutputStream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java.nio.ByteBuffer</a:t>
            </a:r>
            <a:r>
              <a:rPr lang="en-IN" sz="1200" dirty="0"/>
              <a:t>;</a:t>
            </a:r>
          </a:p>
          <a:p>
            <a:endParaRPr lang="en-IN" sz="1200" dirty="0"/>
          </a:p>
          <a:p>
            <a:r>
              <a:rPr lang="en-IN" sz="1200" dirty="0"/>
              <a:t>public class </a:t>
            </a:r>
            <a:r>
              <a:rPr lang="en-IN" sz="1200" dirty="0" err="1"/>
              <a:t>ImageUtils</a:t>
            </a:r>
            <a:r>
              <a:rPr lang="en-IN" sz="1200" dirty="0"/>
              <a:t> {</a:t>
            </a:r>
          </a:p>
          <a:p>
            <a:r>
              <a:rPr lang="en-IN" sz="1200" dirty="0"/>
              <a:t>    private static final String TAG = "</a:t>
            </a:r>
            <a:r>
              <a:rPr lang="en-IN" sz="1200" dirty="0" err="1"/>
              <a:t>ImageUtils</a:t>
            </a:r>
            <a:r>
              <a:rPr lang="en-IN" sz="1200" dirty="0"/>
              <a:t>";</a:t>
            </a:r>
          </a:p>
          <a:p>
            <a:r>
              <a:rPr lang="en-IN" sz="1200" dirty="0"/>
              <a:t>    public static Bitmap </a:t>
            </a:r>
            <a:r>
              <a:rPr lang="en-IN" sz="1200" dirty="0" err="1"/>
              <a:t>imageProxyToBitmap</a:t>
            </a:r>
            <a:r>
              <a:rPr lang="en-IN" sz="1200" dirty="0"/>
              <a:t>(</a:t>
            </a:r>
            <a:r>
              <a:rPr lang="en-IN" sz="1200" dirty="0" err="1"/>
              <a:t>ImageProxy</a:t>
            </a:r>
            <a:r>
              <a:rPr lang="en-IN" sz="1200" dirty="0"/>
              <a:t> image) {</a:t>
            </a:r>
          </a:p>
          <a:p>
            <a:r>
              <a:rPr lang="en-IN" sz="1200" dirty="0"/>
              <a:t>        try {</a:t>
            </a:r>
          </a:p>
          <a:p>
            <a:r>
              <a:rPr lang="en-IN" sz="1200" dirty="0"/>
              <a:t>                </a:t>
            </a:r>
            <a:r>
              <a:rPr lang="en-US" sz="1200" dirty="0"/>
              <a:t>if (image == null) return null;</a:t>
            </a:r>
          </a:p>
          <a:p>
            <a:br>
              <a:rPr lang="en-US" dirty="0"/>
            </a:br>
            <a:endParaRPr lang="en-US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0438326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EFFDFE-519F-A213-BC0F-49DB35449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5948F-71DD-F00B-5A2C-0C5CB8D64165}"/>
              </a:ext>
            </a:extLst>
          </p:cNvPr>
          <p:cNvSpPr txBox="1"/>
          <p:nvPr/>
        </p:nvSpPr>
        <p:spPr>
          <a:xfrm>
            <a:off x="376084" y="265471"/>
            <a:ext cx="82369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8F232-3FB9-3B61-12DC-8A7C6E892590}"/>
              </a:ext>
            </a:extLst>
          </p:cNvPr>
          <p:cNvSpPr txBox="1"/>
          <p:nvPr/>
        </p:nvSpPr>
        <p:spPr>
          <a:xfrm>
            <a:off x="132734" y="154858"/>
            <a:ext cx="884903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 if (</a:t>
            </a:r>
            <a:r>
              <a:rPr lang="en-IN" sz="1200" dirty="0" err="1"/>
              <a:t>image.getFormat</a:t>
            </a:r>
            <a:r>
              <a:rPr lang="en-IN" sz="1200" dirty="0"/>
              <a:t>() == ImageFormat.YUV_420_888) {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ImageProxy.PlaneProxy</a:t>
            </a:r>
            <a:r>
              <a:rPr lang="en-IN" sz="1200" dirty="0"/>
              <a:t>[] planes = </a:t>
            </a:r>
            <a:r>
              <a:rPr lang="en-IN" sz="1200" dirty="0" err="1"/>
              <a:t>image.getPlanes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ByteBuffer</a:t>
            </a:r>
            <a:r>
              <a:rPr lang="en-IN" sz="1200" dirty="0"/>
              <a:t> </a:t>
            </a:r>
            <a:r>
              <a:rPr lang="en-IN" sz="1200" dirty="0" err="1"/>
              <a:t>yBuffer</a:t>
            </a:r>
            <a:r>
              <a:rPr lang="en-IN" sz="1200" dirty="0"/>
              <a:t> = planes[0].</a:t>
            </a:r>
            <a:r>
              <a:rPr lang="en-IN" sz="1200" dirty="0" err="1"/>
              <a:t>getBuffer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ByteBuffer</a:t>
            </a:r>
            <a:r>
              <a:rPr lang="en-IN" sz="1200" dirty="0"/>
              <a:t> </a:t>
            </a:r>
            <a:r>
              <a:rPr lang="en-IN" sz="1200" dirty="0" err="1"/>
              <a:t>uBuffer</a:t>
            </a:r>
            <a:r>
              <a:rPr lang="en-IN" sz="1200" dirty="0"/>
              <a:t> = planes[1].</a:t>
            </a:r>
            <a:r>
              <a:rPr lang="en-IN" sz="1200" dirty="0" err="1"/>
              <a:t>getBuffer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ByteBuffer</a:t>
            </a:r>
            <a:r>
              <a:rPr lang="en-IN" sz="1200" dirty="0"/>
              <a:t> </a:t>
            </a:r>
            <a:r>
              <a:rPr lang="en-IN" sz="1200" dirty="0" err="1"/>
              <a:t>vBuffer</a:t>
            </a:r>
            <a:r>
              <a:rPr lang="en-IN" sz="1200" dirty="0"/>
              <a:t> = planes[2].</a:t>
            </a:r>
            <a:r>
              <a:rPr lang="en-IN" sz="1200" dirty="0" err="1"/>
              <a:t>getBuffer</a:t>
            </a:r>
            <a:r>
              <a:rPr lang="en-IN" sz="1200" dirty="0"/>
              <a:t>();</a:t>
            </a:r>
          </a:p>
          <a:p>
            <a:endParaRPr lang="en-IN" sz="1200" dirty="0"/>
          </a:p>
          <a:p>
            <a:r>
              <a:rPr lang="en-IN" sz="1200" dirty="0"/>
              <a:t>                int </a:t>
            </a:r>
            <a:r>
              <a:rPr lang="en-IN" sz="1200" dirty="0" err="1"/>
              <a:t>ySize</a:t>
            </a:r>
            <a:r>
              <a:rPr lang="en-IN" sz="1200" dirty="0"/>
              <a:t> = </a:t>
            </a:r>
            <a:r>
              <a:rPr lang="en-IN" sz="1200" dirty="0" err="1"/>
              <a:t>yBuffer.remaining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int </a:t>
            </a:r>
            <a:r>
              <a:rPr lang="en-IN" sz="1200" dirty="0" err="1"/>
              <a:t>uSize</a:t>
            </a:r>
            <a:r>
              <a:rPr lang="en-IN" sz="1200" dirty="0"/>
              <a:t> = </a:t>
            </a:r>
            <a:r>
              <a:rPr lang="en-IN" sz="1200" dirty="0" err="1"/>
              <a:t>uBuffer.remaining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int </a:t>
            </a:r>
            <a:r>
              <a:rPr lang="en-IN" sz="1200" dirty="0" err="1"/>
              <a:t>vSize</a:t>
            </a:r>
            <a:r>
              <a:rPr lang="en-IN" sz="1200" dirty="0"/>
              <a:t> = </a:t>
            </a:r>
            <a:r>
              <a:rPr lang="en-IN" sz="1200" dirty="0" err="1"/>
              <a:t>vBuffer.remaining</a:t>
            </a:r>
            <a:r>
              <a:rPr lang="en-IN" sz="1200" dirty="0"/>
              <a:t>();</a:t>
            </a:r>
            <a:br>
              <a:rPr lang="en-IN" sz="1200" dirty="0"/>
            </a:br>
            <a:endParaRPr lang="en-IN" sz="1200" dirty="0"/>
          </a:p>
          <a:p>
            <a:r>
              <a:rPr lang="en-IN" sz="1200" dirty="0"/>
              <a:t>                byte[] nv21 = new byte[</a:t>
            </a:r>
            <a:r>
              <a:rPr lang="en-IN" sz="1200" dirty="0" err="1"/>
              <a:t>ySize</a:t>
            </a:r>
            <a:r>
              <a:rPr lang="en-IN" sz="1200" dirty="0"/>
              <a:t> + </a:t>
            </a:r>
            <a:r>
              <a:rPr lang="en-IN" sz="1200" dirty="0" err="1"/>
              <a:t>uSize</a:t>
            </a:r>
            <a:r>
              <a:rPr lang="en-IN" sz="1200" dirty="0"/>
              <a:t> + </a:t>
            </a:r>
            <a:r>
              <a:rPr lang="en-IN" sz="1200" dirty="0" err="1"/>
              <a:t>vSize</a:t>
            </a:r>
            <a:r>
              <a:rPr lang="en-IN" sz="1200" dirty="0"/>
              <a:t>];</a:t>
            </a:r>
          </a:p>
          <a:p>
            <a:r>
              <a:rPr lang="en-IN" sz="1200" dirty="0"/>
              <a:t>                // U and V are swapped for NV21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yBuffer.get</a:t>
            </a:r>
            <a:r>
              <a:rPr lang="en-IN" sz="1200" dirty="0"/>
              <a:t>(nv21, 0, </a:t>
            </a:r>
            <a:r>
              <a:rPr lang="en-IN" sz="1200" dirty="0" err="1"/>
              <a:t>ySize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vBuffer.get</a:t>
            </a:r>
            <a:r>
              <a:rPr lang="en-IN" sz="1200" dirty="0"/>
              <a:t>(nv21, </a:t>
            </a:r>
            <a:r>
              <a:rPr lang="en-IN" sz="1200" dirty="0" err="1"/>
              <a:t>ySize</a:t>
            </a:r>
            <a:r>
              <a:rPr lang="en-IN" sz="1200" dirty="0"/>
              <a:t>, </a:t>
            </a:r>
            <a:r>
              <a:rPr lang="en-IN" sz="1200" dirty="0" err="1"/>
              <a:t>vSize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uBuffer.get</a:t>
            </a:r>
            <a:r>
              <a:rPr lang="en-IN" sz="1200" dirty="0"/>
              <a:t>(nv21, </a:t>
            </a:r>
            <a:r>
              <a:rPr lang="en-IN" sz="1200" dirty="0" err="1"/>
              <a:t>ySize</a:t>
            </a:r>
            <a:r>
              <a:rPr lang="en-IN" sz="1200" dirty="0"/>
              <a:t> + </a:t>
            </a:r>
            <a:r>
              <a:rPr lang="en-IN" sz="1200" dirty="0" err="1"/>
              <a:t>vSize</a:t>
            </a:r>
            <a:r>
              <a:rPr lang="en-IN" sz="1200" dirty="0"/>
              <a:t>, </a:t>
            </a:r>
            <a:r>
              <a:rPr lang="en-IN" sz="1200" dirty="0" err="1"/>
              <a:t>uSize</a:t>
            </a:r>
            <a:r>
              <a:rPr lang="en-IN" sz="1200" dirty="0"/>
              <a:t>);</a:t>
            </a:r>
            <a:br>
              <a:rPr lang="en-IN" sz="1200" dirty="0"/>
            </a:br>
            <a:endParaRPr lang="en-IN" sz="1200" dirty="0"/>
          </a:p>
          <a:p>
            <a:r>
              <a:rPr lang="en-IN" sz="1200" dirty="0"/>
              <a:t>                </a:t>
            </a:r>
            <a:r>
              <a:rPr lang="en-IN" sz="1200" dirty="0" err="1"/>
              <a:t>YuvImage</a:t>
            </a:r>
            <a:r>
              <a:rPr lang="en-IN" sz="1200" dirty="0"/>
              <a:t> </a:t>
            </a:r>
            <a:r>
              <a:rPr lang="en-IN" sz="1200" dirty="0" err="1"/>
              <a:t>yuvImage</a:t>
            </a:r>
            <a:r>
              <a:rPr lang="en-IN" sz="1200" dirty="0"/>
              <a:t> = new </a:t>
            </a:r>
            <a:r>
              <a:rPr lang="en-IN" sz="1200" dirty="0" err="1"/>
              <a:t>YuvImage</a:t>
            </a:r>
            <a:r>
              <a:rPr lang="en-IN" sz="1200" dirty="0"/>
              <a:t>(nv21, ImageFormat.NV21, </a:t>
            </a:r>
            <a:r>
              <a:rPr lang="en-IN" sz="1200" dirty="0" err="1"/>
              <a:t>image.getWidth</a:t>
            </a:r>
            <a:r>
              <a:rPr lang="en-IN" sz="1200" dirty="0"/>
              <a:t>(), </a:t>
            </a:r>
            <a:r>
              <a:rPr lang="en-IN" sz="1200" dirty="0" err="1"/>
              <a:t>image.getHeight</a:t>
            </a:r>
            <a:r>
              <a:rPr lang="en-IN" sz="1200" dirty="0"/>
              <a:t>(), null);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ByteArrayOutputStream</a:t>
            </a:r>
            <a:r>
              <a:rPr lang="en-IN" sz="1200" dirty="0"/>
              <a:t> out = new </a:t>
            </a:r>
            <a:r>
              <a:rPr lang="en-IN" sz="1200" dirty="0" err="1"/>
              <a:t>ByteArrayOutputStream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yuvImage.compressToJpeg</a:t>
            </a:r>
            <a:r>
              <a:rPr lang="en-IN" sz="1200" dirty="0"/>
              <a:t>(new </a:t>
            </a:r>
            <a:r>
              <a:rPr lang="en-IN" sz="1200" dirty="0" err="1"/>
              <a:t>Rect</a:t>
            </a:r>
            <a:r>
              <a:rPr lang="en-IN" sz="1200" dirty="0"/>
              <a:t>(0, 0, </a:t>
            </a:r>
            <a:r>
              <a:rPr lang="en-IN" sz="1200" dirty="0" err="1"/>
              <a:t>image.getWidth</a:t>
            </a:r>
            <a:r>
              <a:rPr lang="en-IN" sz="1200" dirty="0"/>
              <a:t>(), </a:t>
            </a:r>
            <a:r>
              <a:rPr lang="en-IN" sz="1200" dirty="0" err="1"/>
              <a:t>image.getHeight</a:t>
            </a:r>
            <a:r>
              <a:rPr lang="en-IN" sz="1200" dirty="0"/>
              <a:t>()), 90, out);</a:t>
            </a:r>
          </a:p>
          <a:p>
            <a:r>
              <a:rPr lang="en-IN" sz="1200" dirty="0"/>
              <a:t>                byte[] </a:t>
            </a:r>
            <a:r>
              <a:rPr lang="en-IN" sz="1200" dirty="0" err="1"/>
              <a:t>jpegBytes</a:t>
            </a:r>
            <a:r>
              <a:rPr lang="en-IN" sz="1200" dirty="0"/>
              <a:t> = </a:t>
            </a:r>
            <a:r>
              <a:rPr lang="en-IN" sz="1200" dirty="0" err="1"/>
              <a:t>out.toByteArray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Bitmap </a:t>
            </a:r>
            <a:r>
              <a:rPr lang="en-IN" sz="1200" dirty="0" err="1"/>
              <a:t>rawBitmap</a:t>
            </a:r>
            <a:r>
              <a:rPr lang="en-IN" sz="1200" dirty="0"/>
              <a:t> = </a:t>
            </a:r>
            <a:r>
              <a:rPr lang="en-IN" sz="1200" dirty="0" err="1"/>
              <a:t>BitmapFactory.decodeByteArray</a:t>
            </a:r>
            <a:r>
              <a:rPr lang="en-IN" sz="1200" dirty="0"/>
              <a:t>(</a:t>
            </a:r>
            <a:r>
              <a:rPr lang="en-IN" sz="1200" dirty="0" err="1"/>
              <a:t>jpegBytes</a:t>
            </a:r>
            <a:r>
              <a:rPr lang="en-IN" sz="1200" dirty="0"/>
              <a:t>, 0, </a:t>
            </a:r>
            <a:r>
              <a:rPr lang="en-IN" sz="1200" dirty="0" err="1"/>
              <a:t>jpegBytes.length</a:t>
            </a:r>
            <a:r>
              <a:rPr lang="en-IN" sz="1200" dirty="0"/>
              <a:t>);</a:t>
            </a:r>
          </a:p>
          <a:p>
            <a:endParaRPr lang="en-IN" sz="1200" dirty="0"/>
          </a:p>
          <a:p>
            <a:r>
              <a:rPr lang="en-IN" sz="1200" dirty="0"/>
              <a:t>                // Rotate if needed</a:t>
            </a:r>
          </a:p>
          <a:p>
            <a:r>
              <a:rPr lang="en-IN" sz="1200" dirty="0"/>
              <a:t>                Matrix </a:t>
            </a:r>
            <a:r>
              <a:rPr lang="en-IN" sz="1200" dirty="0" err="1"/>
              <a:t>matrix</a:t>
            </a:r>
            <a:r>
              <a:rPr lang="en-IN" sz="1200" dirty="0"/>
              <a:t> = new Matrix();</a:t>
            </a:r>
          </a:p>
          <a:p>
            <a:r>
              <a:rPr lang="en-IN" sz="1200" dirty="0"/>
              <a:t>                int rotation = </a:t>
            </a:r>
            <a:r>
              <a:rPr lang="en-IN" sz="1200" dirty="0" err="1"/>
              <a:t>image.getImageInfo</a:t>
            </a:r>
            <a:r>
              <a:rPr lang="en-IN" sz="1200" dirty="0"/>
              <a:t>().</a:t>
            </a:r>
            <a:r>
              <a:rPr lang="en-IN" sz="1200" dirty="0" err="1"/>
              <a:t>getRotationDegrees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if (rotation != 0) </a:t>
            </a:r>
            <a:r>
              <a:rPr lang="en-IN" sz="1200" dirty="0" err="1"/>
              <a:t>matrix.postRotate</a:t>
            </a:r>
            <a:r>
              <a:rPr lang="en-IN" sz="1200" dirty="0"/>
              <a:t>(rotation);</a:t>
            </a:r>
          </a:p>
          <a:p>
            <a:endParaRPr lang="en-IN" sz="1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9545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785B2B-762A-7454-2090-E8F68B933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19FD6D-4116-AF1A-7440-B209538FBFD9}"/>
              </a:ext>
            </a:extLst>
          </p:cNvPr>
          <p:cNvSpPr txBox="1"/>
          <p:nvPr/>
        </p:nvSpPr>
        <p:spPr>
          <a:xfrm>
            <a:off x="270510" y="102393"/>
            <a:ext cx="86029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Bitmap rotated = </a:t>
            </a:r>
            <a:r>
              <a:rPr lang="en-IN" sz="1200" dirty="0" err="1"/>
              <a:t>Bitmap.createBitmap</a:t>
            </a:r>
            <a:r>
              <a:rPr lang="en-IN" sz="1200" dirty="0"/>
              <a:t>(</a:t>
            </a:r>
            <a:r>
              <a:rPr lang="en-IN" sz="1200" dirty="0" err="1"/>
              <a:t>rawBitmap</a:t>
            </a:r>
            <a:r>
              <a:rPr lang="en-IN" sz="1200" dirty="0"/>
              <a:t>, 0, 0, </a:t>
            </a:r>
            <a:r>
              <a:rPr lang="en-IN" sz="1200" dirty="0" err="1"/>
              <a:t>rawBitmap.getWidth</a:t>
            </a:r>
            <a:r>
              <a:rPr lang="en-IN" sz="1200" dirty="0"/>
              <a:t>(), </a:t>
            </a:r>
            <a:r>
              <a:rPr lang="en-IN" sz="1200" dirty="0" err="1"/>
              <a:t>rawBitmap.getHeight</a:t>
            </a:r>
            <a:r>
              <a:rPr lang="en-IN" sz="1200" dirty="0"/>
              <a:t>(), matrix, true);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rawBitmap.recycle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return rotated;</a:t>
            </a:r>
          </a:p>
          <a:p>
            <a:r>
              <a:rPr lang="en-IN" sz="1200" dirty="0"/>
              <a:t>            } else {</a:t>
            </a:r>
          </a:p>
          <a:p>
            <a:r>
              <a:rPr lang="en-IN" sz="1200" dirty="0"/>
              <a:t>                // fallback: decode first plane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ByteBuffer</a:t>
            </a:r>
            <a:r>
              <a:rPr lang="en-IN" sz="1200" dirty="0"/>
              <a:t> buffer = </a:t>
            </a:r>
            <a:r>
              <a:rPr lang="en-IN" sz="1200" dirty="0" err="1"/>
              <a:t>image.getPlanes</a:t>
            </a:r>
            <a:r>
              <a:rPr lang="en-IN" sz="1200" dirty="0"/>
              <a:t>()[0].</a:t>
            </a:r>
            <a:r>
              <a:rPr lang="en-IN" sz="1200" dirty="0" err="1"/>
              <a:t>getBuffer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    byte[] bytes = new byte[</a:t>
            </a:r>
            <a:r>
              <a:rPr lang="en-IN" sz="1200" dirty="0" err="1"/>
              <a:t>buffer.remaining</a:t>
            </a:r>
            <a:r>
              <a:rPr lang="en-IN" sz="1200" dirty="0"/>
              <a:t>()];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buffer.get</a:t>
            </a:r>
            <a:r>
              <a:rPr lang="en-IN" sz="1200" dirty="0"/>
              <a:t>(bytes);</a:t>
            </a:r>
          </a:p>
          <a:p>
            <a:r>
              <a:rPr lang="en-IN" sz="1200" dirty="0"/>
              <a:t>                return </a:t>
            </a:r>
            <a:r>
              <a:rPr lang="en-IN" sz="1200" dirty="0" err="1"/>
              <a:t>BitmapFactory.decodeByteArray</a:t>
            </a:r>
            <a:r>
              <a:rPr lang="en-IN" sz="1200" dirty="0"/>
              <a:t>(bytes, 0, </a:t>
            </a:r>
            <a:r>
              <a:rPr lang="en-IN" sz="1200" dirty="0" err="1"/>
              <a:t>bytes.length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}</a:t>
            </a:r>
          </a:p>
          <a:p>
            <a:r>
              <a:rPr lang="en-IN" sz="1200" dirty="0"/>
              <a:t>        } catch (Exception e)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Log.e</a:t>
            </a:r>
            <a:r>
              <a:rPr lang="en-IN" sz="1200" dirty="0"/>
              <a:t>(TAG, "</a:t>
            </a:r>
            <a:r>
              <a:rPr lang="en-IN" sz="1200" dirty="0" err="1"/>
              <a:t>imageProxyToBitmap</a:t>
            </a:r>
            <a:r>
              <a:rPr lang="en-IN" sz="1200" dirty="0"/>
              <a:t> failed: " + </a:t>
            </a:r>
            <a:r>
              <a:rPr lang="en-IN" sz="1200" dirty="0" err="1"/>
              <a:t>e.getMessage</a:t>
            </a:r>
            <a:r>
              <a:rPr lang="en-IN" sz="1200" dirty="0"/>
              <a:t>());</a:t>
            </a:r>
          </a:p>
          <a:p>
            <a:r>
              <a:rPr lang="en-IN" sz="1200" dirty="0"/>
              <a:t>            return null;</a:t>
            </a:r>
          </a:p>
          <a:p>
            <a:r>
              <a:rPr lang="en-IN" sz="1200" dirty="0"/>
              <a:t>        }</a:t>
            </a:r>
          </a:p>
          <a:p>
            <a:r>
              <a:rPr lang="en-IN" sz="1200" dirty="0"/>
              <a:t>    }</a:t>
            </a:r>
          </a:p>
          <a:p>
            <a:endParaRPr lang="en-IN" sz="1200" dirty="0"/>
          </a:p>
          <a:p>
            <a:r>
              <a:rPr lang="en-IN" sz="1200" dirty="0"/>
              <a:t>    // Save bitmap to gallery (Android Q+ and older fallback)</a:t>
            </a:r>
          </a:p>
          <a:p>
            <a:r>
              <a:rPr lang="en-IN" sz="1200" dirty="0"/>
              <a:t>    public static Uri </a:t>
            </a:r>
            <a:r>
              <a:rPr lang="en-IN" sz="1200" dirty="0" err="1"/>
              <a:t>saveBitmapToGallery</a:t>
            </a:r>
            <a:r>
              <a:rPr lang="en-IN" sz="1200" dirty="0"/>
              <a:t>(Context </a:t>
            </a:r>
            <a:r>
              <a:rPr lang="en-IN" sz="1200" dirty="0" err="1"/>
              <a:t>context</a:t>
            </a:r>
            <a:r>
              <a:rPr lang="en-IN" sz="1200" dirty="0"/>
              <a:t>, Bitmap bitmap) {</a:t>
            </a:r>
          </a:p>
          <a:p>
            <a:r>
              <a:rPr lang="en-IN" sz="1200" dirty="0"/>
              <a:t>        if (bitmap == null) return null;</a:t>
            </a:r>
          </a:p>
          <a:p>
            <a:r>
              <a:rPr lang="en-IN" sz="1200" dirty="0"/>
              <a:t>        Uri </a:t>
            </a:r>
            <a:r>
              <a:rPr lang="en-IN" sz="1200" dirty="0" err="1"/>
              <a:t>imageUri</a:t>
            </a:r>
            <a:r>
              <a:rPr lang="en-IN" sz="1200" dirty="0"/>
              <a:t> = null;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OutputStream</a:t>
            </a:r>
            <a:r>
              <a:rPr lang="en-IN" sz="1200" dirty="0"/>
              <a:t> out = null;</a:t>
            </a:r>
          </a:p>
          <a:p>
            <a:r>
              <a:rPr lang="en-IN" sz="1200" dirty="0"/>
              <a:t>         try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ContentValues</a:t>
            </a:r>
            <a:r>
              <a:rPr lang="en-IN" sz="1200" dirty="0"/>
              <a:t> values = new </a:t>
            </a:r>
            <a:r>
              <a:rPr lang="en-IN" sz="1200" dirty="0" err="1"/>
              <a:t>ContentValues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String </a:t>
            </a:r>
            <a:r>
              <a:rPr lang="en-IN" sz="1200" dirty="0" err="1"/>
              <a:t>displayName</a:t>
            </a:r>
            <a:r>
              <a:rPr lang="en-IN" sz="1200" dirty="0"/>
              <a:t> = "sketch_" + </a:t>
            </a:r>
            <a:r>
              <a:rPr lang="en-IN" sz="1200" dirty="0" err="1"/>
              <a:t>System.currentTimeMillis</a:t>
            </a:r>
            <a:r>
              <a:rPr lang="en-IN" sz="1200" dirty="0"/>
              <a:t>() + ".</a:t>
            </a:r>
            <a:r>
              <a:rPr lang="en-IN" sz="1200" dirty="0" err="1"/>
              <a:t>png</a:t>
            </a:r>
            <a:r>
              <a:rPr lang="en-IN" sz="1200" dirty="0"/>
              <a:t>";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values.put</a:t>
            </a:r>
            <a:r>
              <a:rPr lang="en-IN" sz="1200" dirty="0"/>
              <a:t>(</a:t>
            </a:r>
            <a:r>
              <a:rPr lang="en-IN" sz="1200" dirty="0" err="1"/>
              <a:t>MediaStore.Images.Media.DISPLAY_NAME</a:t>
            </a:r>
            <a:r>
              <a:rPr lang="en-IN" sz="1200" dirty="0"/>
              <a:t>, </a:t>
            </a:r>
            <a:r>
              <a:rPr lang="en-IN" sz="1200" dirty="0" err="1"/>
              <a:t>displayName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values.put</a:t>
            </a:r>
            <a:r>
              <a:rPr lang="en-IN" sz="1200" dirty="0"/>
              <a:t>(</a:t>
            </a:r>
            <a:r>
              <a:rPr lang="en-IN" sz="1200" dirty="0" err="1"/>
              <a:t>MediaStore.Images.Media.MIME_TYPE</a:t>
            </a:r>
            <a:r>
              <a:rPr lang="en-IN" sz="1200" dirty="0"/>
              <a:t>, "image/</a:t>
            </a:r>
            <a:r>
              <a:rPr lang="en-IN" sz="1200" dirty="0" err="1"/>
              <a:t>png</a:t>
            </a:r>
            <a:r>
              <a:rPr lang="en-IN" sz="1200" dirty="0"/>
              <a:t>");</a:t>
            </a:r>
          </a:p>
          <a:p>
            <a:r>
              <a:rPr lang="en-IN" sz="1200" dirty="0"/>
              <a:t>            if (</a:t>
            </a:r>
            <a:r>
              <a:rPr lang="en-IN" sz="1200" dirty="0" err="1"/>
              <a:t>Build.VERSION.SDK_INT</a:t>
            </a:r>
            <a:r>
              <a:rPr lang="en-IN" sz="1200" dirty="0"/>
              <a:t> &gt;= </a:t>
            </a:r>
            <a:r>
              <a:rPr lang="en-IN" sz="1200" dirty="0" err="1"/>
              <a:t>Build.VERSION_CODES.Q</a:t>
            </a:r>
            <a:r>
              <a:rPr lang="en-IN" sz="1200" dirty="0"/>
              <a:t>) {</a:t>
            </a:r>
          </a:p>
          <a:p>
            <a:r>
              <a:rPr lang="en-IN" sz="1200" dirty="0"/>
              <a:t>             </a:t>
            </a:r>
          </a:p>
          <a:p>
            <a:endParaRPr lang="en-IN" sz="1200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8466245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DFC642-A72A-51A8-06DE-55620688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30D04B-BBCB-52B0-4FE9-168B1ED2E78B}"/>
              </a:ext>
            </a:extLst>
          </p:cNvPr>
          <p:cNvSpPr txBox="1"/>
          <p:nvPr/>
        </p:nvSpPr>
        <p:spPr>
          <a:xfrm>
            <a:off x="129540" y="102393"/>
            <a:ext cx="877824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err="1"/>
              <a:t>values.put</a:t>
            </a:r>
            <a:r>
              <a:rPr lang="en-IN" sz="1200" dirty="0"/>
              <a:t>(</a:t>
            </a:r>
            <a:r>
              <a:rPr lang="en-IN" sz="1200" dirty="0" err="1"/>
              <a:t>MediaStore.Images.Media.RELATIVE_PATH</a:t>
            </a:r>
            <a:r>
              <a:rPr lang="en-IN" sz="1200" dirty="0"/>
              <a:t>, "Pictures/</a:t>
            </a:r>
            <a:r>
              <a:rPr lang="en-IN" sz="1200" dirty="0" err="1"/>
              <a:t>SketchApp</a:t>
            </a:r>
            <a:r>
              <a:rPr lang="en-IN" sz="1200" dirty="0"/>
              <a:t>");</a:t>
            </a:r>
          </a:p>
          <a:p>
            <a:r>
              <a:rPr lang="en-IN" sz="1200" dirty="0"/>
              <a:t>                </a:t>
            </a:r>
            <a:r>
              <a:rPr lang="en-IN" sz="1200" dirty="0" err="1"/>
              <a:t>imageUri</a:t>
            </a:r>
            <a:r>
              <a:rPr lang="en-IN" sz="1200" dirty="0"/>
              <a:t> = </a:t>
            </a:r>
            <a:r>
              <a:rPr lang="en-IN" sz="1200" dirty="0" err="1"/>
              <a:t>context.getContentResolver</a:t>
            </a:r>
            <a:r>
              <a:rPr lang="en-IN" sz="1200" dirty="0"/>
              <a:t>().insert(</a:t>
            </a:r>
            <a:r>
              <a:rPr lang="en-IN" sz="1200" dirty="0" err="1"/>
              <a:t>MediaStore.Images.Media.EXTERNAL_CONTENT_URI</a:t>
            </a:r>
            <a:r>
              <a:rPr lang="en-IN" sz="1200" dirty="0"/>
              <a:t>, values);</a:t>
            </a:r>
          </a:p>
          <a:p>
            <a:r>
              <a:rPr lang="en-IN" sz="1200" dirty="0"/>
              <a:t>                if (</a:t>
            </a:r>
            <a:r>
              <a:rPr lang="en-IN" sz="1200" dirty="0" err="1"/>
              <a:t>imageUri</a:t>
            </a:r>
            <a:r>
              <a:rPr lang="en-IN" sz="1200" dirty="0"/>
              <a:t> != null) {</a:t>
            </a:r>
          </a:p>
          <a:p>
            <a:r>
              <a:rPr lang="en-IN" sz="1200" dirty="0"/>
              <a:t>                    out = </a:t>
            </a:r>
            <a:r>
              <a:rPr lang="en-IN" sz="1200" dirty="0" err="1"/>
              <a:t>context.getContentResolver</a:t>
            </a:r>
            <a:r>
              <a:rPr lang="en-IN" sz="1200" dirty="0"/>
              <a:t>().</a:t>
            </a:r>
            <a:r>
              <a:rPr lang="en-IN" sz="1200" dirty="0" err="1"/>
              <a:t>openOutputStream</a:t>
            </a:r>
            <a:r>
              <a:rPr lang="en-IN" sz="1200" dirty="0"/>
              <a:t>(</a:t>
            </a:r>
            <a:r>
              <a:rPr lang="en-IN" sz="1200" dirty="0" err="1"/>
              <a:t>imageUri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    </a:t>
            </a:r>
            <a:r>
              <a:rPr lang="en-IN" sz="1200" dirty="0" err="1"/>
              <a:t>bitmap.compress</a:t>
            </a:r>
            <a:r>
              <a:rPr lang="en-IN" sz="1200" dirty="0"/>
              <a:t>(Bitmap.CompressFormat.PNG, 100, out);</a:t>
            </a:r>
          </a:p>
          <a:p>
            <a:r>
              <a:rPr lang="en-IN" sz="1200" dirty="0"/>
              <a:t>                }</a:t>
            </a:r>
          </a:p>
          <a:p>
            <a:r>
              <a:rPr lang="en-IN" sz="1200" dirty="0"/>
              <a:t>            } else {</a:t>
            </a:r>
          </a:p>
          <a:p>
            <a:r>
              <a:rPr lang="en-IN" sz="1200" dirty="0"/>
              <a:t>                // pre-Android Q fallback</a:t>
            </a:r>
          </a:p>
          <a:p>
            <a:r>
              <a:rPr lang="en-IN" sz="1200" dirty="0"/>
              <a:t>                String </a:t>
            </a:r>
            <a:r>
              <a:rPr lang="en-IN" sz="1200" dirty="0" err="1"/>
              <a:t>imagesDir</a:t>
            </a:r>
            <a:r>
              <a:rPr lang="en-IN" sz="1200" dirty="0"/>
              <a:t> = </a:t>
            </a:r>
            <a:r>
              <a:rPr lang="en-IN" sz="1200" dirty="0" err="1"/>
              <a:t>MediaStore.Images.Media.insertImage</a:t>
            </a:r>
            <a:r>
              <a:rPr lang="en-IN" sz="1200" dirty="0"/>
              <a:t>(</a:t>
            </a:r>
            <a:r>
              <a:rPr lang="en-IN" sz="1200" dirty="0" err="1"/>
              <a:t>context.getContentResolver</a:t>
            </a:r>
            <a:r>
              <a:rPr lang="en-IN" sz="1200" dirty="0"/>
              <a:t>(), bitmap, </a:t>
            </a:r>
            <a:r>
              <a:rPr lang="en-IN" sz="1200" dirty="0" err="1"/>
              <a:t>displayName</a:t>
            </a:r>
            <a:r>
              <a:rPr lang="en-IN" sz="1200" dirty="0"/>
              <a:t>, "Saved from </a:t>
            </a:r>
            <a:r>
              <a:rPr lang="en-IN" sz="1200" dirty="0" err="1"/>
              <a:t>Ribhance</a:t>
            </a:r>
            <a:r>
              <a:rPr lang="en-IN" sz="1200" dirty="0"/>
              <a:t>");</a:t>
            </a:r>
          </a:p>
          <a:p>
            <a:r>
              <a:rPr lang="en-IN" sz="1200" dirty="0"/>
              <a:t>                if (</a:t>
            </a:r>
            <a:r>
              <a:rPr lang="en-IN" sz="1200" dirty="0" err="1"/>
              <a:t>imagesDir</a:t>
            </a:r>
            <a:r>
              <a:rPr lang="en-IN" sz="1200" dirty="0"/>
              <a:t> != null) {</a:t>
            </a:r>
          </a:p>
          <a:p>
            <a:r>
              <a:rPr lang="en-IN" sz="1200" dirty="0"/>
              <a:t>                    </a:t>
            </a:r>
            <a:r>
              <a:rPr lang="en-IN" sz="1200" dirty="0" err="1"/>
              <a:t>imageUri</a:t>
            </a:r>
            <a:r>
              <a:rPr lang="en-IN" sz="1200" dirty="0"/>
              <a:t> = </a:t>
            </a:r>
            <a:r>
              <a:rPr lang="en-IN" sz="1200" dirty="0" err="1"/>
              <a:t>Uri.parse</a:t>
            </a:r>
            <a:r>
              <a:rPr lang="en-IN" sz="1200" dirty="0"/>
              <a:t>(</a:t>
            </a:r>
            <a:r>
              <a:rPr lang="en-IN" sz="1200" dirty="0" err="1"/>
              <a:t>imagesDir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    }</a:t>
            </a:r>
          </a:p>
          <a:p>
            <a:r>
              <a:rPr lang="en-IN" sz="1200" dirty="0"/>
              <a:t>            }</a:t>
            </a:r>
          </a:p>
          <a:p>
            <a:r>
              <a:rPr lang="en-IN" sz="1200" dirty="0"/>
              <a:t>            if (out != null) </a:t>
            </a:r>
            <a:r>
              <a:rPr lang="en-IN" sz="1200" dirty="0" err="1"/>
              <a:t>out.close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Log.d</a:t>
            </a:r>
            <a:r>
              <a:rPr lang="en-IN" sz="1200" dirty="0"/>
              <a:t>(TAG, "Saved image: " + </a:t>
            </a:r>
            <a:r>
              <a:rPr lang="en-IN" sz="1200" dirty="0" err="1"/>
              <a:t>imageUri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return </a:t>
            </a:r>
            <a:r>
              <a:rPr lang="en-IN" sz="1200" dirty="0" err="1"/>
              <a:t>imageUri</a:t>
            </a:r>
            <a:r>
              <a:rPr lang="en-IN" sz="1200" dirty="0"/>
              <a:t>;</a:t>
            </a:r>
          </a:p>
          <a:p>
            <a:r>
              <a:rPr lang="en-IN" sz="1200" dirty="0"/>
              <a:t>        } catch (Exception e) {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Log.e</a:t>
            </a:r>
            <a:r>
              <a:rPr lang="en-IN" sz="1200" dirty="0"/>
              <a:t>(TAG, "</a:t>
            </a:r>
            <a:r>
              <a:rPr lang="en-IN" sz="1200" dirty="0" err="1"/>
              <a:t>saveBitmapToGallery</a:t>
            </a:r>
            <a:r>
              <a:rPr lang="en-IN" sz="1200" dirty="0"/>
              <a:t> failed: " + </a:t>
            </a:r>
            <a:r>
              <a:rPr lang="en-IN" sz="1200" dirty="0" err="1"/>
              <a:t>e.getMessage</a:t>
            </a:r>
            <a:r>
              <a:rPr lang="en-IN" sz="1200" dirty="0"/>
              <a:t>());</a:t>
            </a:r>
          </a:p>
          <a:p>
            <a:r>
              <a:rPr lang="en-IN" sz="1200" dirty="0"/>
              <a:t>            try { if (out != null) </a:t>
            </a:r>
            <a:r>
              <a:rPr lang="en-IN" sz="1200" dirty="0" err="1"/>
              <a:t>out.close</a:t>
            </a:r>
            <a:r>
              <a:rPr lang="en-IN" sz="1200" dirty="0"/>
              <a:t>(); } catch (Exception ignored) {}</a:t>
            </a:r>
          </a:p>
          <a:p>
            <a:r>
              <a:rPr lang="en-IN" sz="1200" dirty="0"/>
              <a:t>            return null;</a:t>
            </a:r>
          </a:p>
          <a:p>
            <a:r>
              <a:rPr lang="en-IN" sz="1200" dirty="0"/>
              <a:t>        }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}</a:t>
            </a:r>
          </a:p>
          <a:p>
            <a:br>
              <a:rPr lang="en-IN" sz="1200" dirty="0"/>
            </a:br>
            <a:endParaRPr lang="en-IN" sz="1200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669868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55F2C0-A947-FCFE-8094-FD608AD3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ABC72-1E85-7DEC-0E60-12FDA45C1DB1}"/>
              </a:ext>
            </a:extLst>
          </p:cNvPr>
          <p:cNvSpPr txBox="1"/>
          <p:nvPr/>
        </p:nvSpPr>
        <p:spPr>
          <a:xfrm>
            <a:off x="182880" y="251459"/>
            <a:ext cx="877824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 </a:t>
            </a:r>
            <a:r>
              <a:rPr lang="en-IN" sz="1200" b="1" dirty="0" err="1"/>
              <a:t>SketchPageAdapter</a:t>
            </a:r>
            <a:endParaRPr lang="en-IN" sz="1200" b="1" dirty="0"/>
          </a:p>
          <a:p>
            <a:r>
              <a:rPr lang="en-IN" sz="1200" dirty="0"/>
              <a:t>package </a:t>
            </a:r>
            <a:r>
              <a:rPr lang="en-IN" sz="1200" dirty="0" err="1"/>
              <a:t>com.example.ribhance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android.graphics.Bitmap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android.view.LayoutInflater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android.view.View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android.view.ViewGroup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android.widget.ImageView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androidx.annotation.NonNull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androidx.recyclerview.widget.RecyclerView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java.util.ArrayList</a:t>
            </a:r>
            <a:r>
              <a:rPr lang="en-IN" sz="1200" dirty="0"/>
              <a:t>;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java.util.List</a:t>
            </a:r>
            <a:r>
              <a:rPr lang="en-IN" sz="1200" dirty="0"/>
              <a:t>;</a:t>
            </a:r>
          </a:p>
          <a:p>
            <a:r>
              <a:rPr lang="en-IN" sz="1200" dirty="0"/>
              <a:t>public class </a:t>
            </a:r>
            <a:r>
              <a:rPr lang="en-IN" sz="1200" dirty="0" err="1"/>
              <a:t>SketchPagerAdapter</a:t>
            </a:r>
            <a:r>
              <a:rPr lang="en-IN" sz="1200" dirty="0"/>
              <a:t> extends </a:t>
            </a:r>
            <a:r>
              <a:rPr lang="en-IN" sz="1200" dirty="0" err="1"/>
              <a:t>RecyclerView.Adapter</a:t>
            </a:r>
            <a:r>
              <a:rPr lang="en-IN" sz="1200" dirty="0"/>
              <a:t>&lt;</a:t>
            </a:r>
            <a:r>
              <a:rPr lang="en-IN" sz="1200" dirty="0" err="1"/>
              <a:t>SketchPagerAdapter.ViewHolder</a:t>
            </a:r>
            <a:r>
              <a:rPr lang="en-IN" sz="1200" dirty="0"/>
              <a:t>&gt; {</a:t>
            </a:r>
          </a:p>
          <a:p>
            <a:r>
              <a:rPr lang="en-IN" sz="1200" dirty="0"/>
              <a:t>    private final List&lt;Bitmap&gt; bitmaps = new </a:t>
            </a:r>
            <a:r>
              <a:rPr lang="en-IN" sz="1200" dirty="0" err="1"/>
              <a:t>ArrayList</a:t>
            </a:r>
            <a:r>
              <a:rPr lang="en-IN" sz="1200" dirty="0"/>
              <a:t>&lt;&gt;();</a:t>
            </a:r>
          </a:p>
          <a:p>
            <a:r>
              <a:rPr lang="en-IN" sz="1200" dirty="0"/>
              <a:t>    public void </a:t>
            </a:r>
            <a:r>
              <a:rPr lang="en-IN" sz="1200" dirty="0" err="1"/>
              <a:t>setBitmaps</a:t>
            </a:r>
            <a:r>
              <a:rPr lang="en-IN" sz="1200" dirty="0"/>
              <a:t>(Bitmap original, Bitmap sketch) {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bitmaps.clear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bitmaps.add</a:t>
            </a:r>
            <a:r>
              <a:rPr lang="en-IN" sz="1200" dirty="0"/>
              <a:t>(original);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bitmaps.add</a:t>
            </a:r>
            <a:r>
              <a:rPr lang="en-IN" sz="1200" dirty="0"/>
              <a:t>(sketch);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notifyDataSetChanged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    @NonNull</a:t>
            </a:r>
          </a:p>
          <a:p>
            <a:r>
              <a:rPr lang="en-IN" sz="1200" dirty="0"/>
              <a:t>    @Override</a:t>
            </a:r>
          </a:p>
          <a:p>
            <a:r>
              <a:rPr lang="en-IN" sz="1200" dirty="0"/>
              <a:t>            public </a:t>
            </a:r>
            <a:r>
              <a:rPr lang="en-IN" sz="1200" dirty="0" err="1"/>
              <a:t>ViewHolder</a:t>
            </a:r>
            <a:r>
              <a:rPr lang="en-IN" sz="1200" dirty="0"/>
              <a:t> </a:t>
            </a:r>
            <a:r>
              <a:rPr lang="en-IN" sz="1200" dirty="0" err="1"/>
              <a:t>onCreateViewHolder</a:t>
            </a:r>
            <a:r>
              <a:rPr lang="en-IN" sz="1200" dirty="0"/>
              <a:t>(@NonNull </a:t>
            </a:r>
            <a:r>
              <a:rPr lang="en-IN" sz="1200" dirty="0" err="1"/>
              <a:t>ViewGroup</a:t>
            </a:r>
            <a:r>
              <a:rPr lang="en-IN" sz="1200" dirty="0"/>
              <a:t> parent, int </a:t>
            </a:r>
            <a:r>
              <a:rPr lang="en-IN" sz="1200" dirty="0" err="1"/>
              <a:t>viewType</a:t>
            </a:r>
            <a:r>
              <a:rPr lang="en-IN" sz="1200" dirty="0"/>
              <a:t>) {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ImageView</a:t>
            </a:r>
            <a:r>
              <a:rPr lang="en-IN" sz="1200" dirty="0"/>
              <a:t> </a:t>
            </a:r>
            <a:r>
              <a:rPr lang="en-IN" sz="1200" dirty="0" err="1"/>
              <a:t>imageView</a:t>
            </a:r>
            <a:r>
              <a:rPr lang="en-IN" sz="1200" dirty="0"/>
              <a:t> = (</a:t>
            </a:r>
            <a:r>
              <a:rPr lang="en-IN" sz="1200" dirty="0" err="1"/>
              <a:t>ImageView</a:t>
            </a:r>
            <a:r>
              <a:rPr lang="en-IN" sz="1200" dirty="0"/>
              <a:t>) </a:t>
            </a:r>
            <a:r>
              <a:rPr lang="en-IN" sz="1200" dirty="0" err="1"/>
              <a:t>LayoutInflater.from</a:t>
            </a:r>
            <a:r>
              <a:rPr lang="en-IN" sz="1200" dirty="0"/>
              <a:t>(</a:t>
            </a:r>
            <a:r>
              <a:rPr lang="en-IN" sz="1200" dirty="0" err="1"/>
              <a:t>parent.getContext</a:t>
            </a:r>
            <a:r>
              <a:rPr lang="en-IN" sz="1200" dirty="0"/>
              <a:t>())</a:t>
            </a:r>
          </a:p>
          <a:p>
            <a:r>
              <a:rPr lang="en-IN" sz="1200" dirty="0"/>
              <a:t>                .inflate(</a:t>
            </a:r>
            <a:r>
              <a:rPr lang="en-IN" sz="1200" dirty="0" err="1"/>
              <a:t>R.layout.item_page</a:t>
            </a:r>
            <a:r>
              <a:rPr lang="en-IN" sz="1200" dirty="0"/>
              <a:t>, parent, false);</a:t>
            </a:r>
          </a:p>
          <a:p>
            <a:r>
              <a:rPr lang="en-IN" sz="1200" dirty="0"/>
              <a:t>        return new </a:t>
            </a:r>
            <a:r>
              <a:rPr lang="en-IN" sz="1200" dirty="0" err="1"/>
              <a:t>ViewHolder</a:t>
            </a:r>
            <a:r>
              <a:rPr lang="en-IN" sz="1200" dirty="0"/>
              <a:t>(</a:t>
            </a:r>
            <a:r>
              <a:rPr lang="en-IN" sz="1200" dirty="0" err="1"/>
              <a:t>imageView</a:t>
            </a:r>
            <a:r>
              <a:rPr lang="en-IN" sz="1200" dirty="0"/>
              <a:t>);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   </a:t>
            </a:r>
          </a:p>
        </p:txBody>
      </p:sp>
    </p:spTree>
    <p:extLst>
      <p:ext uri="{BB962C8B-B14F-4D97-AF65-F5344CB8AC3E}">
        <p14:creationId xmlns:p14="http://schemas.microsoft.com/office/powerpoint/2010/main" val="41645397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CD4BFB-7656-BEC3-1996-FD1A09E9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2D96D-0928-BF65-2B43-D5BCB2D2B818}"/>
              </a:ext>
            </a:extLst>
          </p:cNvPr>
          <p:cNvSpPr txBox="1"/>
          <p:nvPr/>
        </p:nvSpPr>
        <p:spPr>
          <a:xfrm>
            <a:off x="106680" y="167640"/>
            <a:ext cx="88468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@Override</a:t>
            </a:r>
          </a:p>
          <a:p>
            <a:r>
              <a:rPr lang="en-IN" sz="1200" dirty="0"/>
              <a:t>    public void </a:t>
            </a:r>
            <a:r>
              <a:rPr lang="en-IN" sz="1200" dirty="0" err="1"/>
              <a:t>onBindViewHolder</a:t>
            </a:r>
            <a:r>
              <a:rPr lang="en-IN" sz="1200" dirty="0"/>
              <a:t>(@NonNull </a:t>
            </a:r>
            <a:r>
              <a:rPr lang="en-IN" sz="1200" dirty="0" err="1"/>
              <a:t>ViewHolder</a:t>
            </a:r>
            <a:r>
              <a:rPr lang="en-IN" sz="1200" dirty="0"/>
              <a:t> holder, int position) {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holder.imageView.setImageBitmap</a:t>
            </a:r>
            <a:r>
              <a:rPr lang="en-IN" sz="1200" dirty="0"/>
              <a:t>(</a:t>
            </a:r>
            <a:r>
              <a:rPr lang="en-IN" sz="1200" dirty="0" err="1"/>
              <a:t>bitmaps.get</a:t>
            </a:r>
            <a:r>
              <a:rPr lang="en-IN" sz="1200" dirty="0"/>
              <a:t>(position));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    @Override</a:t>
            </a:r>
          </a:p>
          <a:p>
            <a:r>
              <a:rPr lang="en-IN" sz="1200" dirty="0"/>
              <a:t>    public int </a:t>
            </a:r>
            <a:r>
              <a:rPr lang="en-IN" sz="1200" dirty="0" err="1"/>
              <a:t>getItemCount</a:t>
            </a:r>
            <a:r>
              <a:rPr lang="en-IN" sz="1200" dirty="0"/>
              <a:t>() {</a:t>
            </a:r>
          </a:p>
          <a:p>
            <a:r>
              <a:rPr lang="en-IN" sz="1200" dirty="0"/>
              <a:t>        return </a:t>
            </a:r>
            <a:r>
              <a:rPr lang="en-IN" sz="1200" dirty="0" err="1"/>
              <a:t>bitmaps.size</a:t>
            </a:r>
            <a:r>
              <a:rPr lang="en-IN" sz="1200" dirty="0"/>
              <a:t>();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    static class </a:t>
            </a:r>
            <a:r>
              <a:rPr lang="en-IN" sz="1200" dirty="0" err="1"/>
              <a:t>ViewHolder</a:t>
            </a:r>
            <a:r>
              <a:rPr lang="en-IN" sz="1200" dirty="0"/>
              <a:t> extends </a:t>
            </a:r>
            <a:r>
              <a:rPr lang="en-IN" sz="1200" dirty="0" err="1"/>
              <a:t>RecyclerView.ViewHolder</a:t>
            </a:r>
            <a:r>
              <a:rPr lang="en-IN" sz="1200" dirty="0"/>
              <a:t> {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ImageView</a:t>
            </a:r>
            <a:r>
              <a:rPr lang="en-IN" sz="1200" dirty="0"/>
              <a:t> </a:t>
            </a:r>
            <a:r>
              <a:rPr lang="en-IN" sz="1200" dirty="0" err="1"/>
              <a:t>imageView</a:t>
            </a:r>
            <a:r>
              <a:rPr lang="en-IN" sz="1200" dirty="0"/>
              <a:t>;</a:t>
            </a:r>
          </a:p>
          <a:p>
            <a:r>
              <a:rPr lang="en-IN" sz="1200" dirty="0"/>
              <a:t>        </a:t>
            </a:r>
            <a:r>
              <a:rPr lang="en-IN" sz="1200" dirty="0" err="1"/>
              <a:t>ViewHolder</a:t>
            </a:r>
            <a:r>
              <a:rPr lang="en-IN" sz="1200" dirty="0"/>
              <a:t>(@NonNull View </a:t>
            </a:r>
            <a:r>
              <a:rPr lang="en-IN" sz="1200" dirty="0" err="1"/>
              <a:t>itemView</a:t>
            </a:r>
            <a:r>
              <a:rPr lang="en-IN" sz="1200" dirty="0"/>
              <a:t>) {</a:t>
            </a:r>
          </a:p>
          <a:p>
            <a:r>
              <a:rPr lang="en-IN" sz="1200" dirty="0"/>
              <a:t>            super(</a:t>
            </a:r>
            <a:r>
              <a:rPr lang="en-IN" sz="1200" dirty="0" err="1"/>
              <a:t>itemView</a:t>
            </a:r>
            <a:r>
              <a:rPr lang="en-IN" sz="1200" dirty="0"/>
              <a:t>);</a:t>
            </a:r>
          </a:p>
          <a:p>
            <a:r>
              <a:rPr lang="en-IN" sz="1200" dirty="0"/>
              <a:t>            </a:t>
            </a:r>
            <a:r>
              <a:rPr lang="en-IN" sz="1200" dirty="0" err="1"/>
              <a:t>imageView</a:t>
            </a:r>
            <a:r>
              <a:rPr lang="en-IN" sz="1200" dirty="0"/>
              <a:t> = (</a:t>
            </a:r>
            <a:r>
              <a:rPr lang="en-IN" sz="1200" dirty="0" err="1"/>
              <a:t>ImageView</a:t>
            </a:r>
            <a:r>
              <a:rPr lang="en-IN" sz="1200" dirty="0"/>
              <a:t>) </a:t>
            </a:r>
            <a:r>
              <a:rPr lang="en-IN" sz="1200" dirty="0" err="1"/>
              <a:t>itemView</a:t>
            </a:r>
            <a:r>
              <a:rPr lang="en-IN" sz="1200" dirty="0"/>
              <a:t>;</a:t>
            </a:r>
          </a:p>
          <a:p>
            <a:r>
              <a:rPr lang="en-IN" sz="1200" dirty="0"/>
              <a:t>        }</a:t>
            </a:r>
          </a:p>
          <a:p>
            <a:r>
              <a:rPr lang="en-IN" sz="1200" dirty="0"/>
              <a:t>    }</a:t>
            </a:r>
          </a:p>
          <a:p>
            <a:r>
              <a:rPr lang="en-IN" sz="1200" dirty="0"/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sz="1600" b="1" dirty="0"/>
              <a:t>xml_frontend.txt</a:t>
            </a:r>
          </a:p>
          <a:p>
            <a:r>
              <a:rPr lang="en-IN" sz="1200" dirty="0"/>
              <a:t>&lt;?xml version="1.0" encoding="utf-8"?&gt;</a:t>
            </a:r>
          </a:p>
          <a:p>
            <a:r>
              <a:rPr lang="en-IN" sz="1200" dirty="0"/>
              <a:t>&lt;</a:t>
            </a:r>
            <a:r>
              <a:rPr lang="en-IN" sz="1200" dirty="0" err="1"/>
              <a:t>androidx.constraintlayout.widget.ConstraintLayout</a:t>
            </a:r>
            <a:endParaRPr lang="en-IN" sz="1200" dirty="0"/>
          </a:p>
          <a:p>
            <a:r>
              <a:rPr lang="en-IN" sz="1200" dirty="0"/>
              <a:t>    </a:t>
            </a:r>
            <a:r>
              <a:rPr lang="en-IN" sz="1200" dirty="0" err="1"/>
              <a:t>xmlns:android</a:t>
            </a:r>
            <a:r>
              <a:rPr lang="en-IN" sz="1200" dirty="0"/>
              <a:t>="http://schemas.android.com/</a:t>
            </a:r>
            <a:r>
              <a:rPr lang="en-IN" sz="1200" dirty="0" err="1"/>
              <a:t>apk</a:t>
            </a:r>
            <a:r>
              <a:rPr lang="en-IN" sz="1200" dirty="0"/>
              <a:t>/res/android"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xmlns:app</a:t>
            </a:r>
            <a:r>
              <a:rPr lang="en-IN" sz="1200" dirty="0"/>
              <a:t>="http://schemas.android.com/</a:t>
            </a:r>
            <a:r>
              <a:rPr lang="en-IN" sz="1200" dirty="0" err="1"/>
              <a:t>apk</a:t>
            </a:r>
            <a:r>
              <a:rPr lang="en-IN" sz="1200" dirty="0"/>
              <a:t>/res-auto"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rootLayout</a:t>
            </a:r>
            <a:r>
              <a:rPr lang="en-IN" sz="1200" dirty="0"/>
              <a:t>"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android:layout_width</a:t>
            </a:r>
            <a:r>
              <a:rPr lang="en-IN" sz="1200" dirty="0"/>
              <a:t>="</a:t>
            </a:r>
            <a:r>
              <a:rPr lang="en-IN" sz="1200" dirty="0" err="1"/>
              <a:t>match_parent</a:t>
            </a:r>
            <a:r>
              <a:rPr lang="en-IN" sz="1200" dirty="0"/>
              <a:t>"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android:layout_height</a:t>
            </a:r>
            <a:r>
              <a:rPr lang="en-IN" sz="1200" dirty="0"/>
              <a:t>="</a:t>
            </a:r>
            <a:r>
              <a:rPr lang="en-IN" sz="1200" dirty="0" err="1"/>
              <a:t>match_parent</a:t>
            </a:r>
            <a:r>
              <a:rPr lang="en-IN" sz="1200" dirty="0"/>
              <a:t>"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android:background</a:t>
            </a:r>
            <a:r>
              <a:rPr lang="en-IN" sz="1200" dirty="0"/>
              <a:t>="#F9F9F9"&gt;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1458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49D16B-018D-A5DD-0003-0203E10E3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201599-89B7-9BEB-4D3F-6ED0456BAAD7}"/>
              </a:ext>
            </a:extLst>
          </p:cNvPr>
          <p:cNvSpPr txBox="1"/>
          <p:nvPr/>
        </p:nvSpPr>
        <p:spPr>
          <a:xfrm>
            <a:off x="114300" y="121920"/>
            <a:ext cx="881634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&lt;!-- Title --&gt;</a:t>
            </a:r>
          </a:p>
          <a:p>
            <a:r>
              <a:rPr lang="en-IN" sz="1200" dirty="0"/>
              <a:t>    &lt;</a:t>
            </a:r>
            <a:r>
              <a:rPr lang="en-IN" sz="1200" dirty="0" err="1"/>
              <a:t>TextView</a:t>
            </a:r>
            <a:endParaRPr lang="en-IN" sz="1200" dirty="0"/>
          </a:p>
          <a:p>
            <a:r>
              <a:rPr lang="en-IN" sz="1200" dirty="0"/>
              <a:t>    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appTitle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android:layout_width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android:layout_height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android:text</a:t>
            </a:r>
            <a:r>
              <a:rPr lang="en-IN" sz="1200" dirty="0"/>
              <a:t>="🎨 </a:t>
            </a:r>
            <a:r>
              <a:rPr lang="en-IN" sz="1200" dirty="0" err="1"/>
              <a:t>Ribhance</a:t>
            </a:r>
            <a:r>
              <a:rPr lang="en-IN" sz="1200" dirty="0"/>
              <a:t> - AI Image to Sketch"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android:textSize</a:t>
            </a:r>
            <a:r>
              <a:rPr lang="en-IN" sz="1200" dirty="0"/>
              <a:t>="20sp"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android:textStyle</a:t>
            </a:r>
            <a:r>
              <a:rPr lang="en-IN" sz="1200" dirty="0"/>
              <a:t>="bold"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android:textColor</a:t>
            </a:r>
            <a:r>
              <a:rPr lang="en-IN" sz="1200" dirty="0"/>
              <a:t>="#4A90E2"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android:fontFamily</a:t>
            </a:r>
            <a:r>
              <a:rPr lang="en-IN" sz="1200" dirty="0"/>
              <a:t>="sans-serif-medium"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app:layout_constraintTop_toTopOf</a:t>
            </a:r>
            <a:r>
              <a:rPr lang="en-IN" sz="1200" dirty="0"/>
              <a:t>="parent"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app:layout_constraintStart_toStartOf</a:t>
            </a:r>
            <a:r>
              <a:rPr lang="en-IN" sz="1200" dirty="0"/>
              <a:t>="parent"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app:layout_constraintEnd_toEndOf</a:t>
            </a:r>
            <a:r>
              <a:rPr lang="en-IN" sz="1200" dirty="0"/>
              <a:t>="parent"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android:layout_marginTop</a:t>
            </a:r>
            <a:r>
              <a:rPr lang="en-IN" sz="1200" dirty="0"/>
              <a:t>="16dp"/&gt;</a:t>
            </a:r>
          </a:p>
          <a:p>
            <a:endParaRPr lang="en-IN" sz="1200" dirty="0"/>
          </a:p>
          <a:p>
            <a:r>
              <a:rPr lang="en-IN" sz="1200" dirty="0"/>
              <a:t>    &lt;!-- Camera Preview (for Capture) --&gt;</a:t>
            </a:r>
          </a:p>
          <a:p>
            <a:r>
              <a:rPr lang="en-IN" sz="1200" dirty="0"/>
              <a:t>    &lt;</a:t>
            </a:r>
            <a:r>
              <a:rPr lang="en-IN" sz="1200" dirty="0" err="1"/>
              <a:t>androidx.camera.view.PreviewView</a:t>
            </a:r>
            <a:endParaRPr lang="en-IN" sz="1200" dirty="0"/>
          </a:p>
          <a:p>
            <a:r>
              <a:rPr lang="en-IN" sz="1200" dirty="0"/>
              <a:t>    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cameraPreview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android:layout_width</a:t>
            </a:r>
            <a:r>
              <a:rPr lang="en-IN" sz="1200" dirty="0"/>
              <a:t>="0dp"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android:layout_height</a:t>
            </a:r>
            <a:r>
              <a:rPr lang="en-IN" sz="1200" dirty="0"/>
              <a:t>="250dp"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android:background</a:t>
            </a:r>
            <a:r>
              <a:rPr lang="en-IN" sz="1200" dirty="0"/>
              <a:t>="#000000"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android:visibility</a:t>
            </a:r>
            <a:r>
              <a:rPr lang="en-IN" sz="1200" dirty="0"/>
              <a:t>="gone"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app:layout_constraintTop_toBottomOf</a:t>
            </a:r>
            <a:r>
              <a:rPr lang="en-IN" sz="1200" dirty="0"/>
              <a:t>="@id/</a:t>
            </a:r>
            <a:r>
              <a:rPr lang="en-IN" sz="1200" dirty="0" err="1"/>
              <a:t>appTitle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app:layout_constraintStart_toStartOf</a:t>
            </a:r>
            <a:r>
              <a:rPr lang="en-IN" sz="1200" dirty="0"/>
              <a:t>="parent"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app:layout_constraintEnd_toEndOf</a:t>
            </a:r>
            <a:r>
              <a:rPr lang="en-IN" sz="1200" dirty="0"/>
              <a:t>="parent"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android:layout_marginTop</a:t>
            </a:r>
            <a:r>
              <a:rPr lang="en-IN" sz="1200" dirty="0"/>
              <a:t>="8dp"/&gt;</a:t>
            </a:r>
          </a:p>
          <a:p>
            <a:endParaRPr lang="en-IN" sz="1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50868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41A04D-2224-15D5-3554-E56DC57FF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9A5D3F-B928-36F7-6C15-6C57E2DD179B}"/>
              </a:ext>
            </a:extLst>
          </p:cNvPr>
          <p:cNvSpPr txBox="1"/>
          <p:nvPr/>
        </p:nvSpPr>
        <p:spPr>
          <a:xfrm>
            <a:off x="182880" y="0"/>
            <a:ext cx="877824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1200" dirty="0"/>
              <a:t>&lt;!-- Live View (for Live Sketch Filter) --&gt;</a:t>
            </a:r>
          </a:p>
          <a:p>
            <a:r>
              <a:rPr lang="en-IN" sz="1200" dirty="0"/>
              <a:t>    &lt;</a:t>
            </a:r>
            <a:r>
              <a:rPr lang="en-IN" sz="1200" dirty="0" err="1"/>
              <a:t>ImageView</a:t>
            </a:r>
            <a:endParaRPr lang="en-IN" sz="1200" dirty="0"/>
          </a:p>
          <a:p>
            <a:r>
              <a:rPr lang="en-IN" sz="1200" dirty="0"/>
              <a:t>    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liveView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android:layout_width</a:t>
            </a:r>
            <a:r>
              <a:rPr lang="en-IN" sz="1200" dirty="0"/>
              <a:t>="0dp"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android:layout_height</a:t>
            </a:r>
            <a:r>
              <a:rPr lang="en-IN" sz="1200" dirty="0"/>
              <a:t>="250dp"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android:scaleType</a:t>
            </a:r>
            <a:r>
              <a:rPr lang="en-IN" sz="1200" dirty="0"/>
              <a:t>="</a:t>
            </a:r>
            <a:r>
              <a:rPr lang="en-IN" sz="1200" dirty="0" err="1"/>
              <a:t>centerCrop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android:visibility</a:t>
            </a:r>
            <a:r>
              <a:rPr lang="en-IN" sz="1200" dirty="0"/>
              <a:t>="gone"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android:background</a:t>
            </a:r>
            <a:r>
              <a:rPr lang="en-IN" sz="1200" dirty="0"/>
              <a:t>="#000"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app:layout_constraintTop_toBottomOf</a:t>
            </a:r>
            <a:r>
              <a:rPr lang="en-IN" sz="1200" dirty="0"/>
              <a:t>="@id/</a:t>
            </a:r>
            <a:r>
              <a:rPr lang="en-IN" sz="1200" dirty="0" err="1"/>
              <a:t>appTitle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app:layout_constraintStart_toStartOf</a:t>
            </a:r>
            <a:r>
              <a:rPr lang="en-IN" sz="1200" dirty="0"/>
              <a:t>="parent"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app:layout_constraintEnd_toEndOf</a:t>
            </a:r>
            <a:r>
              <a:rPr lang="en-IN" sz="1200" dirty="0"/>
              <a:t>="parent"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android:layout_marginTop</a:t>
            </a:r>
            <a:r>
              <a:rPr lang="en-IN" sz="1200" dirty="0"/>
              <a:t>="8dp"/&gt;</a:t>
            </a:r>
          </a:p>
          <a:p>
            <a:endParaRPr lang="en-IN" sz="1200" dirty="0"/>
          </a:p>
          <a:p>
            <a:r>
              <a:rPr lang="en-IN" sz="1200" dirty="0"/>
              <a:t>    &lt;!-- </a:t>
            </a:r>
            <a:r>
              <a:rPr lang="en-IN" sz="1200" dirty="0" err="1"/>
              <a:t>ViewPager</a:t>
            </a:r>
            <a:r>
              <a:rPr lang="en-IN" sz="1200" dirty="0"/>
              <a:t> (Original + Processed side-by-side) --&gt;</a:t>
            </a:r>
          </a:p>
          <a:p>
            <a:r>
              <a:rPr lang="en-IN" sz="1200" dirty="0"/>
              <a:t>    &lt;androidx.viewpager2.widget.ViewPager2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viewPager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android:layout_width</a:t>
            </a:r>
            <a:r>
              <a:rPr lang="en-IN" sz="1200" dirty="0"/>
              <a:t>="0dp"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android:layout_height</a:t>
            </a:r>
            <a:r>
              <a:rPr lang="en-IN" sz="1200" dirty="0"/>
              <a:t>="250dp"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android:visibility</a:t>
            </a:r>
            <a:r>
              <a:rPr lang="en-IN" sz="1200" dirty="0"/>
              <a:t>="gone"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app:layout_constraintTop_toBottomOf</a:t>
            </a:r>
            <a:r>
              <a:rPr lang="en-IN" sz="1200" dirty="0"/>
              <a:t>="@id/</a:t>
            </a:r>
            <a:r>
              <a:rPr lang="en-IN" sz="1200" dirty="0" err="1"/>
              <a:t>appTitle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app:layout_constraintStart_toStartOf</a:t>
            </a:r>
            <a:r>
              <a:rPr lang="en-IN" sz="1200" dirty="0"/>
              <a:t>="parent"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app:layout_constraintEnd_toEndOf</a:t>
            </a:r>
            <a:r>
              <a:rPr lang="en-IN" sz="1200" dirty="0"/>
              <a:t>="parent"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android:layout_marginTop</a:t>
            </a:r>
            <a:r>
              <a:rPr lang="en-IN" sz="1200" dirty="0"/>
              <a:t>="8dp"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android:background</a:t>
            </a:r>
            <a:r>
              <a:rPr lang="en-IN" sz="1200" dirty="0"/>
              <a:t>="#FFFFFF"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android:elevation</a:t>
            </a:r>
            <a:r>
              <a:rPr lang="en-IN" sz="1200" dirty="0"/>
              <a:t>="4dp"/&gt;</a:t>
            </a:r>
          </a:p>
          <a:p>
            <a:endParaRPr lang="en-IN" sz="1200" dirty="0"/>
          </a:p>
          <a:p>
            <a:r>
              <a:rPr lang="en-IN" sz="1200" dirty="0"/>
              <a:t>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4855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91B3B2-B73F-9C91-65CC-2A1230496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941981-AADE-00B5-FEE1-19B2D75D8402}"/>
              </a:ext>
            </a:extLst>
          </p:cNvPr>
          <p:cNvSpPr txBox="1"/>
          <p:nvPr/>
        </p:nvSpPr>
        <p:spPr>
          <a:xfrm>
            <a:off x="160020" y="0"/>
            <a:ext cx="88239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&lt;!-- Mode Selection --&gt;</a:t>
            </a:r>
          </a:p>
          <a:p>
            <a:r>
              <a:rPr lang="en-IN" sz="1200" dirty="0"/>
              <a:t>    &lt;</a:t>
            </a:r>
            <a:r>
              <a:rPr lang="en-IN" sz="1200" dirty="0" err="1"/>
              <a:t>RadioGroup</a:t>
            </a:r>
            <a:endParaRPr lang="en-IN" sz="1200" dirty="0"/>
          </a:p>
          <a:p>
            <a:r>
              <a:rPr lang="en-IN" sz="1200" dirty="0"/>
              <a:t>    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modeGroup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android:layout_width</a:t>
            </a:r>
            <a:r>
              <a:rPr lang="en-IN" sz="1200" dirty="0"/>
              <a:t>="0dp"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android:layout_height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android:orientation</a:t>
            </a:r>
            <a:r>
              <a:rPr lang="en-IN" sz="1200" dirty="0"/>
              <a:t>="horizontal"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android:gravity</a:t>
            </a:r>
            <a:r>
              <a:rPr lang="en-IN" sz="1200" dirty="0"/>
              <a:t>="</a:t>
            </a:r>
            <a:r>
              <a:rPr lang="en-IN" sz="1200" dirty="0" err="1"/>
              <a:t>center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app:layout_constraintTop_toBottomOf</a:t>
            </a:r>
            <a:r>
              <a:rPr lang="en-IN" sz="1200" dirty="0"/>
              <a:t>="@id/</a:t>
            </a:r>
            <a:r>
              <a:rPr lang="en-IN" sz="1200" dirty="0" err="1"/>
              <a:t>viewPager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app:layout_constraintStart_toStartOf</a:t>
            </a:r>
            <a:r>
              <a:rPr lang="en-IN" sz="1200" dirty="0"/>
              <a:t>="parent"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app:layout_constraintEnd_toEndOf</a:t>
            </a:r>
            <a:r>
              <a:rPr lang="en-IN" sz="1200" dirty="0"/>
              <a:t>="parent"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android:layout_marginTop</a:t>
            </a:r>
            <a:r>
              <a:rPr lang="en-IN" sz="1200" dirty="0"/>
              <a:t>="12dp"&gt;</a:t>
            </a:r>
          </a:p>
          <a:p>
            <a:endParaRPr lang="en-IN" sz="1200" dirty="0"/>
          </a:p>
          <a:p>
            <a:r>
              <a:rPr lang="en-IN" sz="1200" dirty="0"/>
              <a:t>        &lt;</a:t>
            </a:r>
            <a:r>
              <a:rPr lang="en-IN" sz="1200" dirty="0" err="1"/>
              <a:t>RadioButton</a:t>
            </a:r>
            <a:endParaRPr lang="en-IN" sz="1200" dirty="0"/>
          </a:p>
          <a:p>
            <a:r>
              <a:rPr lang="en-IN" sz="1200" dirty="0"/>
              <a:t>        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radioOpenCV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android:layout_width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android:layout_height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</a:t>
            </a:r>
            <a:r>
              <a:rPr lang="en-IN" sz="1200" dirty="0"/>
              <a:t>="OpenCV"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android:checked</a:t>
            </a:r>
            <a:r>
              <a:rPr lang="en-IN" sz="1200" dirty="0"/>
              <a:t>="true"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android:textColor</a:t>
            </a:r>
            <a:r>
              <a:rPr lang="en-IN" sz="1200" dirty="0"/>
              <a:t>="#000"/&gt;</a:t>
            </a:r>
          </a:p>
          <a:p>
            <a:endParaRPr lang="en-IN" sz="1200" dirty="0"/>
          </a:p>
          <a:p>
            <a:r>
              <a:rPr lang="en-IN" sz="1200" dirty="0"/>
              <a:t>        &lt;</a:t>
            </a:r>
            <a:r>
              <a:rPr lang="en-IN" sz="1200" dirty="0" err="1"/>
              <a:t>RadioButton</a:t>
            </a:r>
            <a:endParaRPr lang="en-IN" sz="1200" dirty="0"/>
          </a:p>
          <a:p>
            <a:r>
              <a:rPr lang="en-IN" sz="1200" dirty="0"/>
              <a:t>        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radioOnnx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android:layout_width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android:layout_height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</a:t>
            </a:r>
            <a:r>
              <a:rPr lang="en-IN" sz="1200" dirty="0"/>
              <a:t>="ONNX"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android:textColor</a:t>
            </a:r>
            <a:r>
              <a:rPr lang="en-IN" sz="1200" dirty="0"/>
              <a:t>="#000"/&gt;</a:t>
            </a:r>
          </a:p>
          <a:p>
            <a:endParaRPr lang="en-IN" sz="1200" dirty="0"/>
          </a:p>
          <a:p>
            <a:r>
              <a:rPr lang="en-IN" sz="1200" dirty="0"/>
              <a:t>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9844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F1A084-0BB1-DDB2-8105-65F5EBB79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CCE41C-896D-AC3C-D2FF-F1A9523B6DD6}"/>
              </a:ext>
            </a:extLst>
          </p:cNvPr>
          <p:cNvSpPr txBox="1"/>
          <p:nvPr/>
        </p:nvSpPr>
        <p:spPr>
          <a:xfrm>
            <a:off x="99060" y="0"/>
            <a:ext cx="878586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&lt;</a:t>
            </a:r>
            <a:r>
              <a:rPr lang="en-IN" sz="1200" dirty="0" err="1"/>
              <a:t>RadioButton</a:t>
            </a:r>
            <a:endParaRPr lang="en-IN" sz="1200" dirty="0"/>
          </a:p>
          <a:p>
            <a:r>
              <a:rPr lang="en-IN" sz="1200" dirty="0"/>
              <a:t>        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radioStylize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android:layout_width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android:layout_height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</a:t>
            </a:r>
            <a:r>
              <a:rPr lang="en-IN" sz="1200" dirty="0"/>
              <a:t>="Stylize"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android:textColor</a:t>
            </a:r>
            <a:r>
              <a:rPr lang="en-IN" sz="1200" dirty="0"/>
              <a:t>="#000"/&gt;</a:t>
            </a:r>
          </a:p>
          <a:p>
            <a:r>
              <a:rPr lang="en-IN" sz="1200" dirty="0"/>
              <a:t>    &lt;/</a:t>
            </a:r>
            <a:r>
              <a:rPr lang="en-IN" sz="1200" dirty="0" err="1"/>
              <a:t>RadioGroup</a:t>
            </a:r>
            <a:r>
              <a:rPr lang="en-IN" sz="1200" dirty="0"/>
              <a:t>&gt;</a:t>
            </a:r>
          </a:p>
          <a:p>
            <a:r>
              <a:rPr lang="en-IN" sz="1200" dirty="0"/>
              <a:t>    &lt;!-- Input Source --&gt;</a:t>
            </a:r>
          </a:p>
          <a:p>
            <a:r>
              <a:rPr lang="en-IN" sz="1200" dirty="0"/>
              <a:t>    &lt;</a:t>
            </a:r>
            <a:r>
              <a:rPr lang="en-IN" sz="1200" dirty="0" err="1"/>
              <a:t>RadioGroup</a:t>
            </a:r>
            <a:endParaRPr lang="en-IN" sz="1200" dirty="0"/>
          </a:p>
          <a:p>
            <a:r>
              <a:rPr lang="en-IN" sz="1200" dirty="0"/>
              <a:t>    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inputSourceGroup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android:layout_width</a:t>
            </a:r>
            <a:r>
              <a:rPr lang="en-IN" sz="1200" dirty="0"/>
              <a:t>="0dp"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android:layout_height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android:orientation</a:t>
            </a:r>
            <a:r>
              <a:rPr lang="en-IN" sz="1200" dirty="0"/>
              <a:t>="horizontal"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android:gravity</a:t>
            </a:r>
            <a:r>
              <a:rPr lang="en-IN" sz="1200" dirty="0"/>
              <a:t>="</a:t>
            </a:r>
            <a:r>
              <a:rPr lang="en-IN" sz="1200" dirty="0" err="1"/>
              <a:t>center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app:layout_constraintTop_toBottomOf</a:t>
            </a:r>
            <a:r>
              <a:rPr lang="en-IN" sz="1200" dirty="0"/>
              <a:t>="@id/</a:t>
            </a:r>
            <a:r>
              <a:rPr lang="en-IN" sz="1200" dirty="0" err="1"/>
              <a:t>modeGroup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app:layout_constraintStart_toStartOf</a:t>
            </a:r>
            <a:r>
              <a:rPr lang="en-IN" sz="1200" dirty="0"/>
              <a:t>="parent"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app:layout_constraintEnd_toEndOf</a:t>
            </a:r>
            <a:r>
              <a:rPr lang="en-IN" sz="1200" dirty="0"/>
              <a:t>="parent"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android:layout_marginTop</a:t>
            </a:r>
            <a:r>
              <a:rPr lang="en-IN" sz="1200" dirty="0"/>
              <a:t>="8dp"&gt;</a:t>
            </a:r>
          </a:p>
          <a:p>
            <a:r>
              <a:rPr lang="en-IN" sz="1200" dirty="0"/>
              <a:t>        &lt;</a:t>
            </a:r>
            <a:r>
              <a:rPr lang="en-IN" sz="1200" dirty="0" err="1"/>
              <a:t>RadioButton</a:t>
            </a:r>
            <a:endParaRPr lang="en-IN" sz="1200" dirty="0"/>
          </a:p>
          <a:p>
            <a:r>
              <a:rPr lang="en-IN" sz="1200" dirty="0"/>
              <a:t>        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radioUpload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android:layout_width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android:layout_height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</a:t>
            </a:r>
            <a:r>
              <a:rPr lang="en-IN" sz="1200" dirty="0"/>
              <a:t>="Upload"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android:textColor</a:t>
            </a:r>
            <a:r>
              <a:rPr lang="en-IN" sz="1200" dirty="0"/>
              <a:t>="#000"/&gt;</a:t>
            </a:r>
          </a:p>
          <a:p>
            <a:r>
              <a:rPr lang="en-IN" sz="1200" dirty="0"/>
              <a:t>        &lt;</a:t>
            </a:r>
            <a:r>
              <a:rPr lang="en-IN" sz="1200" dirty="0" err="1"/>
              <a:t>RadioButton</a:t>
            </a:r>
            <a:endParaRPr lang="en-IN" sz="1200" dirty="0"/>
          </a:p>
          <a:p>
            <a:r>
              <a:rPr lang="en-IN" sz="1200" dirty="0"/>
              <a:t>        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radioCapture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android:layout_width</a:t>
            </a:r>
            <a:r>
              <a:rPr lang="en-IN" sz="1200" dirty="0"/>
              <a:t>="</a:t>
            </a:r>
            <a:r>
              <a:rPr lang="en-IN" sz="1200" dirty="0" err="1"/>
              <a:t>wrap_conten</a:t>
            </a:r>
            <a:r>
              <a:rPr lang="en-IN" dirty="0" err="1"/>
              <a:t>t</a:t>
            </a:r>
            <a:r>
              <a:rPr lang="en-IN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1400482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A76962-A86B-5538-5A1C-B16BBD3C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7D492A-A630-9056-635C-154950F9A6E0}"/>
              </a:ext>
            </a:extLst>
          </p:cNvPr>
          <p:cNvSpPr txBox="1"/>
          <p:nvPr/>
        </p:nvSpPr>
        <p:spPr>
          <a:xfrm>
            <a:off x="137160" y="102393"/>
            <a:ext cx="886968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err="1"/>
              <a:t>android:layout_height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</a:t>
            </a:r>
            <a:r>
              <a:rPr lang="en-IN" sz="1200" dirty="0"/>
              <a:t>="Capture"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android:textColor</a:t>
            </a:r>
            <a:r>
              <a:rPr lang="en-IN" sz="1200" dirty="0"/>
              <a:t>="#000"/&gt;</a:t>
            </a:r>
          </a:p>
          <a:p>
            <a:r>
              <a:rPr lang="en-IN" sz="1200" dirty="0"/>
              <a:t>        &lt;</a:t>
            </a:r>
            <a:r>
              <a:rPr lang="en-IN" sz="1200" dirty="0" err="1"/>
              <a:t>RadioButton</a:t>
            </a:r>
            <a:endParaRPr lang="en-IN" sz="1200" dirty="0"/>
          </a:p>
          <a:p>
            <a:r>
              <a:rPr lang="en-IN" sz="1200" dirty="0"/>
              <a:t>        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radioLive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android:layout_width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android:layout_height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</a:t>
            </a:r>
            <a:r>
              <a:rPr lang="en-IN" sz="1200" dirty="0"/>
              <a:t>="Go Live"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android:textColor</a:t>
            </a:r>
            <a:r>
              <a:rPr lang="en-IN" sz="1200" dirty="0"/>
              <a:t>="#000"/&gt;</a:t>
            </a:r>
          </a:p>
          <a:p>
            <a:r>
              <a:rPr lang="en-IN" sz="1200" dirty="0"/>
              <a:t>    &lt;/</a:t>
            </a:r>
            <a:r>
              <a:rPr lang="en-IN" sz="1200" dirty="0" err="1"/>
              <a:t>RadioGroup</a:t>
            </a:r>
            <a:r>
              <a:rPr lang="en-IN" sz="1200" dirty="0"/>
              <a:t>&gt;</a:t>
            </a:r>
          </a:p>
          <a:p>
            <a:r>
              <a:rPr lang="en-IN" sz="1200" dirty="0"/>
              <a:t>    &lt;!-- Button Panel (Start / Save / Capture) --&gt;</a:t>
            </a:r>
          </a:p>
          <a:p>
            <a:r>
              <a:rPr lang="en-IN" sz="1200" dirty="0"/>
              <a:t>    &lt;</a:t>
            </a:r>
            <a:r>
              <a:rPr lang="en-IN" sz="1200" dirty="0" err="1"/>
              <a:t>LinearLayout</a:t>
            </a:r>
            <a:endParaRPr lang="en-IN" sz="1200" dirty="0"/>
          </a:p>
          <a:p>
            <a:r>
              <a:rPr lang="en-IN" sz="1200" dirty="0"/>
              <a:t>    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buttonPanel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android:layout_width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android:layout_height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android:orientation</a:t>
            </a:r>
            <a:r>
              <a:rPr lang="en-IN" sz="1200" dirty="0"/>
              <a:t>="vertical"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android:gravity</a:t>
            </a:r>
            <a:r>
              <a:rPr lang="en-IN" sz="1200" dirty="0"/>
              <a:t>="</a:t>
            </a:r>
            <a:r>
              <a:rPr lang="en-IN" sz="1200" dirty="0" err="1"/>
              <a:t>center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app:layout_constraintTop_toBottomOf</a:t>
            </a:r>
            <a:r>
              <a:rPr lang="en-IN" sz="1200" dirty="0"/>
              <a:t>="@id/</a:t>
            </a:r>
            <a:r>
              <a:rPr lang="en-IN" sz="1200" dirty="0" err="1"/>
              <a:t>inputSourceGroup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app:layout_constraintStart_toStartOf</a:t>
            </a:r>
            <a:r>
              <a:rPr lang="en-IN" sz="1200" dirty="0"/>
              <a:t>="parent"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app:layout_constraintEnd_toEndOf</a:t>
            </a:r>
            <a:r>
              <a:rPr lang="en-IN" sz="1200" dirty="0"/>
              <a:t>="parent"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android:layout_marginTop</a:t>
            </a:r>
            <a:r>
              <a:rPr lang="en-IN" sz="1200" dirty="0"/>
              <a:t>="16dp"&gt;</a:t>
            </a:r>
          </a:p>
          <a:p>
            <a:r>
              <a:rPr lang="en-IN" sz="1200" dirty="0"/>
              <a:t>       &lt;Button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btnChoose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android:layout_width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android:layout_height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</a:t>
            </a:r>
            <a:r>
              <a:rPr lang="en-IN" sz="1200" dirty="0"/>
              <a:t>="Start 🎬"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android:textAllCaps</a:t>
            </a:r>
            <a:r>
              <a:rPr lang="en-IN" sz="1200" dirty="0"/>
              <a:t>="false</a:t>
            </a:r>
            <a:r>
              <a:rPr lang="en-IN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516006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68CB76-DCD7-CD74-399A-BDC1CFED1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F82F5-58DD-9D57-8C9D-987DE313ED93}"/>
              </a:ext>
            </a:extLst>
          </p:cNvPr>
          <p:cNvSpPr txBox="1"/>
          <p:nvPr/>
        </p:nvSpPr>
        <p:spPr>
          <a:xfrm>
            <a:off x="114300" y="167640"/>
            <a:ext cx="88011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err="1"/>
              <a:t>android:padding</a:t>
            </a:r>
            <a:r>
              <a:rPr lang="en-IN" sz="1200" dirty="0"/>
              <a:t>="12dp"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android:backgroundTint</a:t>
            </a:r>
            <a:r>
              <a:rPr lang="en-IN" sz="1200" dirty="0"/>
              <a:t>="#4A90E2"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android:textColor</a:t>
            </a:r>
            <a:r>
              <a:rPr lang="en-IN" sz="1200" dirty="0"/>
              <a:t>="#FFF"/&gt;</a:t>
            </a:r>
          </a:p>
          <a:p>
            <a:endParaRPr lang="en-IN" sz="1200" dirty="0"/>
          </a:p>
          <a:p>
            <a:r>
              <a:rPr lang="en-IN" sz="1200" dirty="0"/>
              <a:t>        &lt;Button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btnSave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android:layout_width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android:layout_height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</a:t>
            </a:r>
            <a:r>
              <a:rPr lang="en-IN" sz="1200" dirty="0"/>
              <a:t>="Save 📂"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android:textAllCaps</a:t>
            </a:r>
            <a:r>
              <a:rPr lang="en-IN" sz="1200" dirty="0"/>
              <a:t>="false"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android:backgroundTint</a:t>
            </a:r>
            <a:r>
              <a:rPr lang="en-IN" sz="1200" dirty="0"/>
              <a:t>="#4CAF50"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android:textColor</a:t>
            </a:r>
            <a:r>
              <a:rPr lang="en-IN" sz="1200" dirty="0"/>
              <a:t>="#FFF"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android:layout_marginTop</a:t>
            </a:r>
            <a:r>
              <a:rPr lang="en-IN" sz="1200" dirty="0"/>
              <a:t>="8dp"/&gt;</a:t>
            </a:r>
          </a:p>
          <a:p>
            <a:endParaRPr lang="en-IN" sz="1200" dirty="0"/>
          </a:p>
          <a:p>
            <a:r>
              <a:rPr lang="en-IN" sz="1200" dirty="0"/>
              <a:t>        &lt;!-- Capture button only visible when preview is bound for capture --&gt;</a:t>
            </a:r>
          </a:p>
          <a:p>
            <a:r>
              <a:rPr lang="en-IN" sz="1200" dirty="0"/>
              <a:t>        &lt;Button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btnCapture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android:layout_width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android:layout_height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</a:t>
            </a:r>
            <a:r>
              <a:rPr lang="en-IN" sz="1200" dirty="0"/>
              <a:t>="Capture"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android:textAllCaps</a:t>
            </a:r>
            <a:r>
              <a:rPr lang="en-IN" sz="1200" dirty="0"/>
              <a:t>="false"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android:backgroundTint</a:t>
            </a:r>
            <a:r>
              <a:rPr lang="en-IN" sz="1200" dirty="0"/>
              <a:t>="#FF9800"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android:textColor</a:t>
            </a:r>
            <a:r>
              <a:rPr lang="en-IN" sz="1200" dirty="0"/>
              <a:t>="#FFF"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android:visibility</a:t>
            </a:r>
            <a:r>
              <a:rPr lang="en-IN" sz="1200" dirty="0"/>
              <a:t>="gone"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android:layout_marginTop</a:t>
            </a:r>
            <a:r>
              <a:rPr lang="en-IN" sz="1200" dirty="0"/>
              <a:t>="8dp"/&gt;</a:t>
            </a:r>
          </a:p>
          <a:p>
            <a:r>
              <a:rPr lang="en-IN" sz="1200" dirty="0"/>
              <a:t>    &lt;/</a:t>
            </a:r>
            <a:r>
              <a:rPr lang="en-IN" sz="1200" dirty="0" err="1"/>
              <a:t>LinearLayout</a:t>
            </a:r>
            <a:r>
              <a:rPr lang="en-IN" sz="1200" dirty="0"/>
              <a:t>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0533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3AB240-2654-E1E3-693C-C3EF8BEE0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8E2CC7-078E-C222-FE36-9AD69C74A7C9}"/>
              </a:ext>
            </a:extLst>
          </p:cNvPr>
          <p:cNvSpPr txBox="1"/>
          <p:nvPr/>
        </p:nvSpPr>
        <p:spPr>
          <a:xfrm>
            <a:off x="167640" y="0"/>
            <a:ext cx="897636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1200" dirty="0"/>
              <a:t>&lt;!-- Stop button (separate so we can show/hide it while hiding the </a:t>
            </a:r>
            <a:r>
              <a:rPr lang="en-IN" sz="1200" dirty="0" err="1"/>
              <a:t>buttonPanel</a:t>
            </a:r>
            <a:r>
              <a:rPr lang="en-IN" sz="1200" dirty="0"/>
              <a:t>) --&gt;</a:t>
            </a:r>
          </a:p>
          <a:p>
            <a:r>
              <a:rPr lang="en-IN" sz="1200" dirty="0"/>
              <a:t>    &lt;Button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btnStop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android:layout_width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android:layout_height</a:t>
            </a:r>
            <a:r>
              <a:rPr lang="en-IN" sz="1200" dirty="0"/>
              <a:t>="</a:t>
            </a:r>
            <a:r>
              <a:rPr lang="en-IN" sz="1200" dirty="0" err="1"/>
              <a:t>wrap_content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android:text</a:t>
            </a:r>
            <a:r>
              <a:rPr lang="en-IN" sz="1200" dirty="0"/>
              <a:t>="Stop Live"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android:textAllCaps</a:t>
            </a:r>
            <a:r>
              <a:rPr lang="en-IN" sz="1200" dirty="0"/>
              <a:t>="false"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android:backgroundTint</a:t>
            </a:r>
            <a:r>
              <a:rPr lang="en-IN" sz="1200" dirty="0"/>
              <a:t>="@</a:t>
            </a:r>
            <a:r>
              <a:rPr lang="en-IN" sz="1200" dirty="0" err="1"/>
              <a:t>android:color</a:t>
            </a:r>
            <a:r>
              <a:rPr lang="en-IN" sz="1200" dirty="0"/>
              <a:t>/</a:t>
            </a:r>
            <a:r>
              <a:rPr lang="en-IN" sz="1200" dirty="0" err="1"/>
              <a:t>holo_red_dark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android:textColor</a:t>
            </a:r>
            <a:r>
              <a:rPr lang="en-IN" sz="1200" dirty="0"/>
              <a:t>="@</a:t>
            </a:r>
            <a:r>
              <a:rPr lang="en-IN" sz="1200" dirty="0" err="1"/>
              <a:t>android:color</a:t>
            </a:r>
            <a:r>
              <a:rPr lang="en-IN" sz="1200" dirty="0"/>
              <a:t>/white"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android:visibility</a:t>
            </a:r>
            <a:r>
              <a:rPr lang="en-IN" sz="1200" dirty="0"/>
              <a:t>="gone"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app:layout_constraintTop_toBottomOf</a:t>
            </a:r>
            <a:r>
              <a:rPr lang="en-IN" sz="1200" dirty="0"/>
              <a:t>="@id/</a:t>
            </a:r>
            <a:r>
              <a:rPr lang="en-IN" sz="1200" dirty="0" err="1"/>
              <a:t>buttonPanel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app:layout_constraintStart_toStartOf</a:t>
            </a:r>
            <a:r>
              <a:rPr lang="en-IN" sz="1200" dirty="0"/>
              <a:t>="parent"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app:layout_constraintEnd_toEndOf</a:t>
            </a:r>
            <a:r>
              <a:rPr lang="en-IN" sz="1200" dirty="0"/>
              <a:t>="parent"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android:layout_marginTop</a:t>
            </a:r>
            <a:r>
              <a:rPr lang="en-IN" sz="1200" dirty="0"/>
              <a:t>="8dp"/&gt;</a:t>
            </a:r>
          </a:p>
          <a:p>
            <a:r>
              <a:rPr lang="en-IN" sz="1200" dirty="0"/>
              <a:t>&lt;/</a:t>
            </a:r>
            <a:r>
              <a:rPr lang="en-IN" sz="1200" dirty="0" err="1"/>
              <a:t>androidx.constraintlayout.widget.ConstraintLayout</a:t>
            </a:r>
            <a:r>
              <a:rPr lang="en-IN" sz="1200" dirty="0"/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 Xml_frontend.txt</a:t>
            </a:r>
          </a:p>
          <a:p>
            <a:r>
              <a:rPr lang="en-IN" sz="1200" dirty="0"/>
              <a:t>&lt;?xml version="1.0" encoding="utf-8"?&gt;</a:t>
            </a:r>
          </a:p>
          <a:p>
            <a:r>
              <a:rPr lang="en-IN" sz="1200" dirty="0"/>
              <a:t>&lt;</a:t>
            </a:r>
            <a:r>
              <a:rPr lang="en-IN" sz="1200" dirty="0" err="1"/>
              <a:t>FrameLayout</a:t>
            </a:r>
            <a:r>
              <a:rPr lang="en-IN" sz="1200" dirty="0"/>
              <a:t> </a:t>
            </a:r>
            <a:r>
              <a:rPr lang="en-IN" sz="1200" dirty="0" err="1"/>
              <a:t>xmlns:android</a:t>
            </a:r>
            <a:r>
              <a:rPr lang="en-IN" sz="1200" dirty="0"/>
              <a:t>="http://schemas.android.com/</a:t>
            </a:r>
            <a:r>
              <a:rPr lang="en-IN" sz="1200" dirty="0" err="1"/>
              <a:t>apk</a:t>
            </a:r>
            <a:r>
              <a:rPr lang="en-IN" sz="1200" dirty="0"/>
              <a:t>/res/android"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android:layout_width</a:t>
            </a:r>
            <a:r>
              <a:rPr lang="en-IN" sz="1200" dirty="0"/>
              <a:t>="</a:t>
            </a:r>
            <a:r>
              <a:rPr lang="en-IN" sz="1200" dirty="0" err="1"/>
              <a:t>match_parent</a:t>
            </a:r>
            <a:r>
              <a:rPr lang="en-IN" sz="1200" dirty="0"/>
              <a:t>"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android:layout_height</a:t>
            </a:r>
            <a:r>
              <a:rPr lang="en-IN" sz="1200" dirty="0"/>
              <a:t>="</a:t>
            </a:r>
            <a:r>
              <a:rPr lang="en-IN" sz="1200" dirty="0" err="1"/>
              <a:t>match_parent</a:t>
            </a:r>
            <a:r>
              <a:rPr lang="en-IN" sz="1200" dirty="0"/>
              <a:t>"&gt;</a:t>
            </a:r>
          </a:p>
          <a:p>
            <a:endParaRPr lang="en-IN" sz="1200" dirty="0"/>
          </a:p>
          <a:p>
            <a:r>
              <a:rPr lang="en-IN" sz="1200" dirty="0"/>
              <a:t>    &lt;</a:t>
            </a:r>
            <a:r>
              <a:rPr lang="en-IN" sz="1200" dirty="0" err="1"/>
              <a:t>ImageView</a:t>
            </a:r>
            <a:endParaRPr lang="en-IN" sz="1200" dirty="0"/>
          </a:p>
          <a:p>
            <a:r>
              <a:rPr lang="en-IN" sz="1200" dirty="0"/>
              <a:t>        </a:t>
            </a:r>
            <a:r>
              <a:rPr lang="en-IN" sz="1200" dirty="0" err="1"/>
              <a:t>android:id</a:t>
            </a:r>
            <a:r>
              <a:rPr lang="en-IN" sz="1200" dirty="0"/>
              <a:t>="@+id/</a:t>
            </a:r>
            <a:r>
              <a:rPr lang="en-IN" sz="1200" dirty="0" err="1"/>
              <a:t>imageView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android:layout_width</a:t>
            </a:r>
            <a:r>
              <a:rPr lang="en-IN" sz="1200" dirty="0"/>
              <a:t>="</a:t>
            </a:r>
            <a:r>
              <a:rPr lang="en-IN" sz="1200" dirty="0" err="1"/>
              <a:t>match_parent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android:layout_height</a:t>
            </a:r>
            <a:r>
              <a:rPr lang="en-IN" sz="1200" dirty="0"/>
              <a:t>="</a:t>
            </a:r>
            <a:r>
              <a:rPr lang="en-IN" sz="1200" dirty="0" err="1"/>
              <a:t>match_parent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android:scaleType</a:t>
            </a:r>
            <a:r>
              <a:rPr lang="en-IN" sz="1200" dirty="0"/>
              <a:t>="</a:t>
            </a:r>
            <a:r>
              <a:rPr lang="en-IN" sz="1200" dirty="0" err="1"/>
              <a:t>fitCenter</a:t>
            </a:r>
            <a:r>
              <a:rPr lang="en-IN" sz="1200" dirty="0"/>
              <a:t>" /&gt;</a:t>
            </a:r>
          </a:p>
          <a:p>
            <a:r>
              <a:rPr lang="en-IN" sz="1200" dirty="0"/>
              <a:t>&lt;/</a:t>
            </a:r>
            <a:r>
              <a:rPr lang="en-IN" sz="1200" dirty="0" err="1"/>
              <a:t>FrameLayout</a:t>
            </a:r>
            <a:r>
              <a:rPr lang="en-IN" sz="12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9789628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0A155F-9500-28F9-8260-030028330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C2BA4D-086B-1617-E6AA-F22BDBBC4A9F}"/>
              </a:ext>
            </a:extLst>
          </p:cNvPr>
          <p:cNvSpPr txBox="1"/>
          <p:nvPr/>
        </p:nvSpPr>
        <p:spPr>
          <a:xfrm>
            <a:off x="167640" y="102393"/>
            <a:ext cx="880872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 </a:t>
            </a:r>
            <a:r>
              <a:rPr lang="en-IN" sz="1400" b="1" dirty="0" err="1"/>
              <a:t>gradle_dependencias</a:t>
            </a:r>
            <a:r>
              <a:rPr lang="en-IN" sz="1400" b="1" dirty="0"/>
              <a:t> </a:t>
            </a:r>
          </a:p>
          <a:p>
            <a:r>
              <a:rPr lang="en-IN" sz="1200" dirty="0"/>
              <a:t>plugins {</a:t>
            </a:r>
          </a:p>
          <a:p>
            <a:r>
              <a:rPr lang="en-IN" sz="1200" dirty="0"/>
              <a:t>    id("</a:t>
            </a:r>
            <a:r>
              <a:rPr lang="en-IN" sz="1200" dirty="0" err="1"/>
              <a:t>com.android.application</a:t>
            </a:r>
            <a:r>
              <a:rPr lang="en-IN" sz="1200" dirty="0"/>
              <a:t>")</a:t>
            </a:r>
          </a:p>
          <a:p>
            <a:r>
              <a:rPr lang="en-IN" sz="1200" dirty="0"/>
              <a:t>}</a:t>
            </a:r>
          </a:p>
          <a:p>
            <a:endParaRPr lang="en-IN" sz="1200" dirty="0"/>
          </a:p>
          <a:p>
            <a:r>
              <a:rPr lang="en-IN" sz="1200" dirty="0"/>
              <a:t>android {</a:t>
            </a:r>
          </a:p>
          <a:p>
            <a:r>
              <a:rPr lang="en-IN" sz="1200" dirty="0"/>
              <a:t>    namespace = "</a:t>
            </a:r>
            <a:r>
              <a:rPr lang="en-IN" sz="1200" dirty="0" err="1"/>
              <a:t>com.example.ribhance</a:t>
            </a:r>
            <a:r>
              <a:rPr lang="en-IN" sz="1200" dirty="0"/>
              <a:t>"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compileSdk</a:t>
            </a:r>
            <a:r>
              <a:rPr lang="en-IN" sz="1200" dirty="0"/>
              <a:t> = 34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defaultConfig</a:t>
            </a:r>
            <a:r>
              <a:rPr lang="en-IN" sz="1200" dirty="0"/>
              <a:t> {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applicationId</a:t>
            </a:r>
            <a:r>
              <a:rPr lang="en-IN" sz="1200" dirty="0"/>
              <a:t> = "</a:t>
            </a:r>
            <a:r>
              <a:rPr lang="en-IN" sz="1200" dirty="0" err="1"/>
              <a:t>com.example.ribhance</a:t>
            </a:r>
            <a:r>
              <a:rPr lang="en-IN" sz="1200" dirty="0"/>
              <a:t>"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minSdk</a:t>
            </a:r>
            <a:r>
              <a:rPr lang="en-IN" sz="1200" dirty="0"/>
              <a:t> = 24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targetSdk</a:t>
            </a:r>
            <a:r>
              <a:rPr lang="en-IN" sz="1200" dirty="0"/>
              <a:t> = 34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versionCode</a:t>
            </a:r>
            <a:r>
              <a:rPr lang="en-IN" sz="1200" dirty="0"/>
              <a:t> = 1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versionName</a:t>
            </a:r>
            <a:r>
              <a:rPr lang="en-IN" sz="1200" dirty="0"/>
              <a:t> = "1.0"</a:t>
            </a:r>
          </a:p>
          <a:p>
            <a:endParaRPr lang="en-IN" sz="1200" dirty="0"/>
          </a:p>
          <a:p>
            <a:r>
              <a:rPr lang="en-IN" sz="1200" dirty="0"/>
              <a:t>        </a:t>
            </a:r>
            <a:r>
              <a:rPr lang="en-IN" sz="1200" dirty="0" err="1"/>
              <a:t>ndk</a:t>
            </a:r>
            <a:r>
              <a:rPr lang="en-IN" sz="1200" dirty="0"/>
              <a:t> {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abiFilters</a:t>
            </a:r>
            <a:r>
              <a:rPr lang="en-IN" sz="1200" dirty="0"/>
              <a:t> += </a:t>
            </a:r>
            <a:r>
              <a:rPr lang="en-IN" sz="1200" dirty="0" err="1"/>
              <a:t>listOf</a:t>
            </a:r>
            <a:r>
              <a:rPr lang="en-IN" sz="1200" dirty="0"/>
              <a:t>("armeabi-v7a", "arm64-v8a")</a:t>
            </a:r>
          </a:p>
          <a:p>
            <a:r>
              <a:rPr lang="en-IN" sz="1200" dirty="0"/>
              <a:t>        }</a:t>
            </a:r>
          </a:p>
          <a:p>
            <a:r>
              <a:rPr lang="en-IN" sz="1200" dirty="0"/>
              <a:t>    }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buildTypes</a:t>
            </a:r>
            <a:r>
              <a:rPr lang="en-IN" sz="1200" dirty="0"/>
              <a:t> {</a:t>
            </a:r>
          </a:p>
          <a:p>
            <a:r>
              <a:rPr lang="en-IN" sz="1200" dirty="0"/>
              <a:t>        release {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isMinifyEnabled</a:t>
            </a:r>
            <a:r>
              <a:rPr lang="en-IN" sz="1200" dirty="0"/>
              <a:t> = false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proguardFiles</a:t>
            </a:r>
            <a:r>
              <a:rPr lang="en-IN" sz="1200" dirty="0"/>
              <a:t>(</a:t>
            </a:r>
          </a:p>
          <a:p>
            <a:r>
              <a:rPr lang="en-IN" sz="1200" dirty="0"/>
              <a:t>                </a:t>
            </a:r>
            <a:r>
              <a:rPr lang="en-IN" sz="1200" dirty="0" err="1"/>
              <a:t>getDefaultProguardFile</a:t>
            </a:r>
            <a:r>
              <a:rPr lang="en-IN" sz="1200" dirty="0"/>
              <a:t>("proguard-android-optimize.txt"),</a:t>
            </a:r>
          </a:p>
          <a:p>
            <a:r>
              <a:rPr lang="en-IN" sz="1200" dirty="0"/>
              <a:t>                "proguard-rules.pro"</a:t>
            </a:r>
          </a:p>
          <a:p>
            <a:r>
              <a:rPr lang="en-IN" sz="1200" dirty="0"/>
              <a:t>            )</a:t>
            </a:r>
          </a:p>
          <a:p>
            <a:r>
              <a:rPr lang="en-IN" sz="1200" dirty="0"/>
              <a:t>        }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5791582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645F55-F167-26F4-C470-6C9733684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BEDA4E-5FDF-2B7D-A5DF-C0DE81E72C18}"/>
              </a:ext>
            </a:extLst>
          </p:cNvPr>
          <p:cNvSpPr txBox="1"/>
          <p:nvPr/>
        </p:nvSpPr>
        <p:spPr>
          <a:xfrm>
            <a:off x="186690" y="0"/>
            <a:ext cx="877062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}</a:t>
            </a:r>
          </a:p>
          <a:p>
            <a:r>
              <a:rPr lang="en-IN" sz="1400" dirty="0"/>
              <a:t>   </a:t>
            </a:r>
            <a:r>
              <a:rPr lang="en-IN" sz="1400" dirty="0" err="1"/>
              <a:t>compileOptions</a:t>
            </a:r>
            <a:r>
              <a:rPr lang="en-IN" sz="1400" dirty="0"/>
              <a:t> {</a:t>
            </a:r>
          </a:p>
          <a:p>
            <a:r>
              <a:rPr lang="en-IN" sz="1400" dirty="0"/>
              <a:t>        </a:t>
            </a:r>
            <a:r>
              <a:rPr lang="en-IN" sz="1400" dirty="0" err="1"/>
              <a:t>sourceCompatibility</a:t>
            </a:r>
            <a:r>
              <a:rPr lang="en-IN" sz="1400" dirty="0"/>
              <a:t> = JavaVersion.VERSION_11</a:t>
            </a:r>
          </a:p>
          <a:p>
            <a:r>
              <a:rPr lang="en-IN" sz="1400" dirty="0"/>
              <a:t>        </a:t>
            </a:r>
            <a:r>
              <a:rPr lang="en-IN" sz="1400" dirty="0" err="1"/>
              <a:t>targetCompatibility</a:t>
            </a:r>
            <a:r>
              <a:rPr lang="en-IN" sz="1400" dirty="0"/>
              <a:t> = JavaVersion.VERSION_11</a:t>
            </a:r>
          </a:p>
          <a:p>
            <a:r>
              <a:rPr lang="en-IN" sz="1400" dirty="0"/>
              <a:t>    }</a:t>
            </a:r>
          </a:p>
          <a:p>
            <a:r>
              <a:rPr lang="en-IN" sz="1400" dirty="0"/>
              <a:t>}</a:t>
            </a:r>
          </a:p>
          <a:p>
            <a:r>
              <a:rPr lang="en-IN" sz="1400" dirty="0"/>
              <a:t>dependencies {</a:t>
            </a:r>
          </a:p>
          <a:p>
            <a:r>
              <a:rPr lang="en-IN" sz="1400" dirty="0"/>
              <a:t>    // </a:t>
            </a:r>
            <a:r>
              <a:rPr lang="en-IN" sz="1400" dirty="0" err="1"/>
              <a:t>AndroidX</a:t>
            </a:r>
            <a:r>
              <a:rPr lang="en-IN" sz="1400" dirty="0"/>
              <a:t> UI</a:t>
            </a:r>
          </a:p>
          <a:p>
            <a:r>
              <a:rPr lang="en-IN" sz="1400" dirty="0"/>
              <a:t>    implementation("androidx.appcompat:appcompat:1.7.0")</a:t>
            </a:r>
          </a:p>
          <a:p>
            <a:r>
              <a:rPr lang="en-IN" sz="1400" dirty="0"/>
              <a:t>    implementation("com.google.android.material:material:1.12.0")</a:t>
            </a:r>
          </a:p>
          <a:p>
            <a:r>
              <a:rPr lang="en-IN" sz="1400" dirty="0"/>
              <a:t>    implementation("androidx.constraintlayout:constraintlayout:2.1.4")</a:t>
            </a:r>
          </a:p>
          <a:p>
            <a:r>
              <a:rPr lang="en-IN" sz="1400" dirty="0"/>
              <a:t>    implementation("androidx.viewpager2:viewpager2:1.1.0")</a:t>
            </a:r>
          </a:p>
          <a:p>
            <a:r>
              <a:rPr lang="en-IN" sz="1400" dirty="0"/>
              <a:t>    // </a:t>
            </a:r>
            <a:r>
              <a:rPr lang="en-IN" sz="1400" dirty="0" err="1"/>
              <a:t>CameraX</a:t>
            </a:r>
            <a:endParaRPr lang="en-IN" sz="1400" dirty="0"/>
          </a:p>
          <a:p>
            <a:r>
              <a:rPr lang="en-IN" sz="1400" dirty="0"/>
              <a:t>    </a:t>
            </a:r>
            <a:r>
              <a:rPr lang="en-IN" sz="1400" dirty="0" err="1"/>
              <a:t>val</a:t>
            </a:r>
            <a:r>
              <a:rPr lang="en-IN" sz="1400" dirty="0"/>
              <a:t> </a:t>
            </a:r>
            <a:r>
              <a:rPr lang="en-IN" sz="1400" dirty="0" err="1"/>
              <a:t>cameraxVersion</a:t>
            </a:r>
            <a:r>
              <a:rPr lang="en-IN" sz="1400" dirty="0"/>
              <a:t> = "1.3.3"</a:t>
            </a:r>
          </a:p>
          <a:p>
            <a:r>
              <a:rPr lang="en-IN" sz="1400" dirty="0"/>
              <a:t>    implementation("</a:t>
            </a:r>
            <a:r>
              <a:rPr lang="en-IN" sz="1400" dirty="0" err="1"/>
              <a:t>androidx.camera:camera-core</a:t>
            </a:r>
            <a:r>
              <a:rPr lang="en-IN" sz="1400" dirty="0"/>
              <a:t>:$</a:t>
            </a:r>
            <a:r>
              <a:rPr lang="en-IN" sz="1400" dirty="0" err="1"/>
              <a:t>cameraxVersion</a:t>
            </a:r>
            <a:r>
              <a:rPr lang="en-IN" sz="1400" dirty="0"/>
              <a:t>")</a:t>
            </a:r>
          </a:p>
          <a:p>
            <a:r>
              <a:rPr lang="en-IN" sz="1400" dirty="0"/>
              <a:t>    implementation("androidx.camera:camera-camera2:$</a:t>
            </a:r>
            <a:r>
              <a:rPr lang="en-IN" sz="1400" dirty="0" err="1"/>
              <a:t>cameraxVersion</a:t>
            </a:r>
            <a:r>
              <a:rPr lang="en-IN" sz="1400" dirty="0"/>
              <a:t>")</a:t>
            </a:r>
          </a:p>
          <a:p>
            <a:r>
              <a:rPr lang="en-IN" sz="1400" dirty="0"/>
              <a:t>    implementation("</a:t>
            </a:r>
            <a:r>
              <a:rPr lang="en-IN" sz="1400" dirty="0" err="1"/>
              <a:t>androidx.camera:camera-lifecycle</a:t>
            </a:r>
            <a:r>
              <a:rPr lang="en-IN" sz="1400" dirty="0"/>
              <a:t>:$</a:t>
            </a:r>
            <a:r>
              <a:rPr lang="en-IN" sz="1400" dirty="0" err="1"/>
              <a:t>cameraxVersion</a:t>
            </a:r>
            <a:r>
              <a:rPr lang="en-IN" sz="1400" dirty="0"/>
              <a:t>")</a:t>
            </a:r>
          </a:p>
          <a:p>
            <a:r>
              <a:rPr lang="en-IN" sz="1400" dirty="0"/>
              <a:t>    implementation("</a:t>
            </a:r>
            <a:r>
              <a:rPr lang="en-IN" sz="1400" dirty="0" err="1"/>
              <a:t>androidx.camera:camera-view</a:t>
            </a:r>
            <a:r>
              <a:rPr lang="en-IN" sz="1400" dirty="0"/>
              <a:t>:$</a:t>
            </a:r>
            <a:r>
              <a:rPr lang="en-IN" sz="1400" dirty="0" err="1"/>
              <a:t>cameraxVersion</a:t>
            </a:r>
            <a:r>
              <a:rPr lang="en-IN" sz="1400" dirty="0"/>
              <a:t>")</a:t>
            </a:r>
          </a:p>
          <a:p>
            <a:r>
              <a:rPr lang="en-IN" sz="1400" dirty="0"/>
              <a:t>    implementation("</a:t>
            </a:r>
            <a:r>
              <a:rPr lang="en-IN" sz="1400" dirty="0" err="1"/>
              <a:t>androidx.camera:camera-extensions</a:t>
            </a:r>
            <a:r>
              <a:rPr lang="en-IN" sz="1400" dirty="0"/>
              <a:t>:$</a:t>
            </a:r>
            <a:r>
              <a:rPr lang="en-IN" sz="1400" dirty="0" err="1"/>
              <a:t>cameraxVersion</a:t>
            </a:r>
            <a:r>
              <a:rPr lang="en-IN" sz="1400" dirty="0"/>
              <a:t>")</a:t>
            </a:r>
          </a:p>
          <a:p>
            <a:r>
              <a:rPr lang="en-IN" sz="1400" dirty="0"/>
              <a:t>    // OpenCV (module you imported)</a:t>
            </a:r>
          </a:p>
          <a:p>
            <a:r>
              <a:rPr lang="en-IN" sz="1400" dirty="0"/>
              <a:t>    implementation(project(":</a:t>
            </a:r>
            <a:r>
              <a:rPr lang="en-IN" sz="1400" dirty="0" err="1"/>
              <a:t>opencv</a:t>
            </a:r>
            <a:r>
              <a:rPr lang="en-IN" sz="1400" dirty="0"/>
              <a:t>"))</a:t>
            </a:r>
          </a:p>
          <a:p>
            <a:r>
              <a:rPr lang="en-IN" sz="1400" dirty="0"/>
              <a:t>    // ONNX Runtime (AI models)</a:t>
            </a:r>
          </a:p>
          <a:p>
            <a:r>
              <a:rPr lang="en-IN" sz="1400" dirty="0"/>
              <a:t>    implementation("com.microsoft.onnxruntime:onnxruntime-android:1.19.0")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  <a:p>
            <a:r>
              <a:rPr lang="en-IN" sz="14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1620604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EBDB06-6BAC-1344-70E0-EA4A96299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1D972C-3ACE-B2A5-9E3D-EA9CCE589A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86" r="673" b="5037"/>
          <a:stretch>
            <a:fillRect/>
          </a:stretch>
        </p:blipFill>
        <p:spPr>
          <a:xfrm>
            <a:off x="1203394" y="628172"/>
            <a:ext cx="2235549" cy="45153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3FE788-A778-39AF-67BF-3F3D182407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5186" r="728" b="57515"/>
          <a:stretch>
            <a:fillRect/>
          </a:stretch>
        </p:blipFill>
        <p:spPr>
          <a:xfrm>
            <a:off x="4193171" y="816325"/>
            <a:ext cx="4322179" cy="37566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96E02DF-9D42-F7CA-DA9E-9D1128AF102E}"/>
              </a:ext>
            </a:extLst>
          </p:cNvPr>
          <p:cNvSpPr txBox="1"/>
          <p:nvPr/>
        </p:nvSpPr>
        <p:spPr>
          <a:xfrm>
            <a:off x="2993921" y="102393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9993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29F8AC-649A-648D-1A36-F2A72A53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DB75E6-D723-074E-F968-E1110E0BD6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37" r="10" b="4889"/>
          <a:stretch>
            <a:fillRect/>
          </a:stretch>
        </p:blipFill>
        <p:spPr>
          <a:xfrm>
            <a:off x="1401841" y="88583"/>
            <a:ext cx="2460225" cy="4952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0EAC90-3934-B246-844C-1BDCC7833B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37" r="10" b="57215"/>
          <a:stretch>
            <a:fillRect/>
          </a:stretch>
        </p:blipFill>
        <p:spPr>
          <a:xfrm>
            <a:off x="4508265" y="431483"/>
            <a:ext cx="4257691" cy="359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0941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B2EC63-38EA-8D42-86DB-6FF27EBA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FF2BBA-6678-3C08-65D0-BB55DDC2A4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5037" r="672" b="5481"/>
          <a:stretch>
            <a:fillRect/>
          </a:stretch>
        </p:blipFill>
        <p:spPr>
          <a:xfrm>
            <a:off x="1218962" y="123826"/>
            <a:ext cx="2286238" cy="46024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4EB31E-E7F7-0A35-35DE-7686B0381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5037" r="672" b="57852"/>
          <a:stretch>
            <a:fillRect/>
          </a:stretch>
        </p:blipFill>
        <p:spPr>
          <a:xfrm>
            <a:off x="4160303" y="653415"/>
            <a:ext cx="4595293" cy="383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4323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92D794-49C3-B229-239B-4BD6320B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2A2A2-14F7-2F3A-0CC0-8C93184E9287}"/>
              </a:ext>
            </a:extLst>
          </p:cNvPr>
          <p:cNvSpPr txBox="1"/>
          <p:nvPr/>
        </p:nvSpPr>
        <p:spPr>
          <a:xfrm>
            <a:off x="3375660" y="178832"/>
            <a:ext cx="49187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D3CA0-F26C-35E6-735A-DE4052CABA3C}"/>
              </a:ext>
            </a:extLst>
          </p:cNvPr>
          <p:cNvSpPr txBox="1"/>
          <p:nvPr/>
        </p:nvSpPr>
        <p:spPr>
          <a:xfrm>
            <a:off x="815340" y="868680"/>
            <a:ext cx="80772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000" dirty="0"/>
              <a:t>The </a:t>
            </a:r>
            <a:r>
              <a:rPr lang="en-US" sz="2000" b="1" dirty="0"/>
              <a:t>Image to Sketch Application</a:t>
            </a:r>
            <a:r>
              <a:rPr lang="en-US" sz="2000" dirty="0"/>
              <a:t> successfully converts normal photos into pencil sketch style using Python and OpenCV. It is </a:t>
            </a:r>
            <a:r>
              <a:rPr lang="en-US" sz="2000" b="1" dirty="0"/>
              <a:t>fast, lightweight, and easy to use</a:t>
            </a:r>
            <a:r>
              <a:rPr lang="en-US" sz="2000" dirty="0"/>
              <a:t>, making it useful for students, artists, and general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The project shows how </a:t>
            </a:r>
            <a:r>
              <a:rPr lang="en-US" sz="2000" b="1" dirty="0"/>
              <a:t>basic image processing techniques</a:t>
            </a:r>
            <a:r>
              <a:rPr lang="en-US" sz="2000" dirty="0"/>
              <a:t> can be applied in real life for </a:t>
            </a:r>
            <a:r>
              <a:rPr lang="en-US" sz="2000" b="1" dirty="0"/>
              <a:t>education, creativity, and privacy protection</a:t>
            </a:r>
            <a:r>
              <a:rPr lang="en-US" sz="2000" dirty="0"/>
              <a:t>. Overall, this system proves that technology can be used in a </a:t>
            </a:r>
            <a:r>
              <a:rPr lang="en-US" sz="2000" b="1" dirty="0"/>
              <a:t>simple and creative way</a:t>
            </a:r>
            <a:r>
              <a:rPr lang="en-US" sz="2000" dirty="0"/>
              <a:t> to turn ordinary images into hand-drawn sketches.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0384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CBBD9F-367C-C335-001A-8C16D389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0D571-D5A0-794D-6B77-31F804E96380}"/>
              </a:ext>
            </a:extLst>
          </p:cNvPr>
          <p:cNvSpPr txBox="1"/>
          <p:nvPr/>
        </p:nvSpPr>
        <p:spPr>
          <a:xfrm>
            <a:off x="3131820" y="192524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201E096-ADB2-B782-EDB2-680B22618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260" y="836265"/>
            <a:ext cx="8413955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sketch styles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charcoal, watercolor, or cartoon effects.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an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Android / iOS mobile app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version for wider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color sketch output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instead of only black-and-white.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with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media platforms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(Instagram, WhatsApp,    Facebook)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instant sharing.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AI/Deep Learning models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more realistic and artistic sketch effects.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 as a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creative tool for education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(kids can color the sketch outputs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 coloring books).</a:t>
            </a:r>
          </a:p>
        </p:txBody>
      </p:sp>
    </p:spTree>
    <p:extLst>
      <p:ext uri="{BB962C8B-B14F-4D97-AF65-F5344CB8AC3E}">
        <p14:creationId xmlns:p14="http://schemas.microsoft.com/office/powerpoint/2010/main" val="13237011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BE04-5DA7-ABEF-B068-A6A57DF20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0505523">
            <a:off x="-154361" y="2092943"/>
            <a:ext cx="7951307" cy="2019530"/>
          </a:xfrm>
          <a:effectLst>
            <a:innerShdw blurRad="63500" dist="50800" dir="5400000">
              <a:prstClr val="black">
                <a:alpha val="50000"/>
              </a:prstClr>
            </a:innerShdw>
            <a:reflection blurRad="6350" stA="50000" endA="300" endPos="55500" dist="50800" dir="5400000" sy="-100000" algn="bl" rotWithShape="0"/>
          </a:effectLst>
          <a:scene3d>
            <a:camera prst="perspectiveHeroicExtremeLeftFacing"/>
            <a:lightRig rig="threePt" dir="t"/>
          </a:scene3d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F1A517-34EF-B025-1AC6-E4CA7BFE2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283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4669</TotalTime>
  <Words>8878</Words>
  <Application>Microsoft Office PowerPoint</Application>
  <PresentationFormat>On-screen Show (16:9)</PresentationFormat>
  <Paragraphs>1150</Paragraphs>
  <Slides>53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4" baseType="lpstr">
      <vt:lpstr>Arial</vt:lpstr>
      <vt:lpstr>Aptos Display</vt:lpstr>
      <vt:lpstr>Amasis MT Pro</vt:lpstr>
      <vt:lpstr>Calibri Light</vt:lpstr>
      <vt:lpstr>Arial Black</vt:lpstr>
      <vt:lpstr>Wingdings</vt:lpstr>
      <vt:lpstr>Algerian</vt:lpstr>
      <vt:lpstr>Times New Roman</vt:lpstr>
      <vt:lpstr>Nunito Light</vt:lpstr>
      <vt:lpstr>Calibri</vt:lpstr>
      <vt:lpstr>Office Theme</vt:lpstr>
      <vt:lpstr>KALLAM HARANADHA REDDY INSTITUTE OF TECHNOLOGY (Autonomous) Approved by AICTE,New Delhi, Permanently Affiliated to JNTUK,Kakinada    Department of DCME   </vt:lpstr>
      <vt:lpstr>PowerPoint Presentation</vt:lpstr>
      <vt:lpstr>ABSTRACT</vt:lpstr>
      <vt:lpstr>PowerPoint Presentation</vt:lpstr>
      <vt:lpstr>PowerPoint Presentation</vt:lpstr>
      <vt:lpstr>Hardware Reqirements</vt:lpstr>
      <vt:lpstr>PowerPoint Presentation</vt:lpstr>
      <vt:lpstr>Benefits &amp;Advantages</vt:lpstr>
      <vt:lpstr>What if this system does not exist..?</vt:lpstr>
      <vt:lpstr>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KALLAM HARANADHA REDDY  INSTITUTE OF TECHNOLOGY</dc:title>
  <dc:creator>Supraja S</dc:creator>
  <cp:lastModifiedBy>BOBBILI TEJA</cp:lastModifiedBy>
  <cp:revision>79</cp:revision>
  <dcterms:modified xsi:type="dcterms:W3CDTF">2025-09-18T18:48:04Z</dcterms:modified>
</cp:coreProperties>
</file>